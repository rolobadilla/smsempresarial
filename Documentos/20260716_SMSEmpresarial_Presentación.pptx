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3" r:id="rId3"/>
    <p:sldId id="261" r:id="rId4"/>
    <p:sldId id="271" r:id="rId5"/>
    <p:sldId id="282" r:id="rId6"/>
    <p:sldId id="270" r:id="rId7"/>
    <p:sldId id="284" r:id="rId8"/>
    <p:sldId id="285" r:id="rId9"/>
    <p:sldId id="281" r:id="rId10"/>
    <p:sldId id="269" r:id="rId11"/>
  </p:sldIdLst>
  <p:sldSz cx="12192000" cy="6858000"/>
  <p:notesSz cx="6858000" cy="9144000"/>
  <p:defaultText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6" autoAdjust="0"/>
    <p:restoredTop sz="94660"/>
  </p:normalViewPr>
  <p:slideViewPr>
    <p:cSldViewPr snapToGrid="0">
      <p:cViewPr varScale="1">
        <p:scale>
          <a:sx n="138" d="100"/>
          <a:sy n="138" d="100"/>
        </p:scale>
        <p:origin x="115" y="34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77F29-59DF-4C45-A5A6-BF3F119696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CR"/>
          </a:p>
        </p:txBody>
      </p:sp>
      <p:sp>
        <p:nvSpPr>
          <p:cNvPr id="3" name="Subtitle 2">
            <a:extLst>
              <a:ext uri="{FF2B5EF4-FFF2-40B4-BE49-F238E27FC236}">
                <a16:creationId xmlns:a16="http://schemas.microsoft.com/office/drawing/2014/main" id="{DE878CEE-5610-429B-86ED-DA62500951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CR"/>
          </a:p>
        </p:txBody>
      </p:sp>
      <p:sp>
        <p:nvSpPr>
          <p:cNvPr id="4" name="Date Placeholder 3">
            <a:extLst>
              <a:ext uri="{FF2B5EF4-FFF2-40B4-BE49-F238E27FC236}">
                <a16:creationId xmlns:a16="http://schemas.microsoft.com/office/drawing/2014/main" id="{D6E8836F-431C-4E39-B7B7-406BD31D7568}"/>
              </a:ext>
            </a:extLst>
          </p:cNvPr>
          <p:cNvSpPr>
            <a:spLocks noGrp="1"/>
          </p:cNvSpPr>
          <p:nvPr>
            <p:ph type="dt" sz="half" idx="10"/>
          </p:nvPr>
        </p:nvSpPr>
        <p:spPr/>
        <p:txBody>
          <a:bodyPr/>
          <a:lstStyle/>
          <a:p>
            <a:fld id="{9B609FDC-15D0-4F66-ACFB-E821B854BF63}" type="datetimeFigureOut">
              <a:rPr lang="es-CR" smtClean="0"/>
              <a:t>16/7/2026</a:t>
            </a:fld>
            <a:endParaRPr lang="es-CR"/>
          </a:p>
        </p:txBody>
      </p:sp>
      <p:sp>
        <p:nvSpPr>
          <p:cNvPr id="5" name="Footer Placeholder 4">
            <a:extLst>
              <a:ext uri="{FF2B5EF4-FFF2-40B4-BE49-F238E27FC236}">
                <a16:creationId xmlns:a16="http://schemas.microsoft.com/office/drawing/2014/main" id="{C8A63E1A-EF64-4A13-BA44-2259655EE68A}"/>
              </a:ext>
            </a:extLst>
          </p:cNvPr>
          <p:cNvSpPr>
            <a:spLocks noGrp="1"/>
          </p:cNvSpPr>
          <p:nvPr>
            <p:ph type="ftr" sz="quarter" idx="11"/>
          </p:nvPr>
        </p:nvSpPr>
        <p:spPr/>
        <p:txBody>
          <a:bodyPr/>
          <a:lstStyle/>
          <a:p>
            <a:endParaRPr lang="es-CR"/>
          </a:p>
        </p:txBody>
      </p:sp>
      <p:sp>
        <p:nvSpPr>
          <p:cNvPr id="6" name="Slide Number Placeholder 5">
            <a:extLst>
              <a:ext uri="{FF2B5EF4-FFF2-40B4-BE49-F238E27FC236}">
                <a16:creationId xmlns:a16="http://schemas.microsoft.com/office/drawing/2014/main" id="{3D658B27-F346-43F0-889E-CC360E43A410}"/>
              </a:ext>
            </a:extLst>
          </p:cNvPr>
          <p:cNvSpPr>
            <a:spLocks noGrp="1"/>
          </p:cNvSpPr>
          <p:nvPr>
            <p:ph type="sldNum" sz="quarter" idx="12"/>
          </p:nvPr>
        </p:nvSpPr>
        <p:spPr/>
        <p:txBody>
          <a:bodyPr/>
          <a:lstStyle/>
          <a:p>
            <a:fld id="{22D250A5-00B1-4905-8A5D-545960DF6C7A}" type="slidenum">
              <a:rPr lang="es-CR" smtClean="0"/>
              <a:t>‹#›</a:t>
            </a:fld>
            <a:endParaRPr lang="es-CR"/>
          </a:p>
        </p:txBody>
      </p:sp>
    </p:spTree>
    <p:extLst>
      <p:ext uri="{BB962C8B-B14F-4D97-AF65-F5344CB8AC3E}">
        <p14:creationId xmlns:p14="http://schemas.microsoft.com/office/powerpoint/2010/main" val="2274809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35C8E-19C3-4870-91A9-6203FF327D4B}"/>
              </a:ext>
            </a:extLst>
          </p:cNvPr>
          <p:cNvSpPr>
            <a:spLocks noGrp="1"/>
          </p:cNvSpPr>
          <p:nvPr>
            <p:ph type="title"/>
          </p:nvPr>
        </p:nvSpPr>
        <p:spPr/>
        <p:txBody>
          <a:bodyPr/>
          <a:lstStyle/>
          <a:p>
            <a:r>
              <a:rPr lang="en-US"/>
              <a:t>Click to edit Master title style</a:t>
            </a:r>
            <a:endParaRPr lang="es-CR"/>
          </a:p>
        </p:txBody>
      </p:sp>
      <p:sp>
        <p:nvSpPr>
          <p:cNvPr id="3" name="Content Placeholder 2">
            <a:extLst>
              <a:ext uri="{FF2B5EF4-FFF2-40B4-BE49-F238E27FC236}">
                <a16:creationId xmlns:a16="http://schemas.microsoft.com/office/drawing/2014/main" id="{5B3528F3-141E-4336-B322-A75CC71016E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4" name="Date Placeholder 3">
            <a:extLst>
              <a:ext uri="{FF2B5EF4-FFF2-40B4-BE49-F238E27FC236}">
                <a16:creationId xmlns:a16="http://schemas.microsoft.com/office/drawing/2014/main" id="{04FEB7CD-644D-4C87-9934-ED50A3BF5F83}"/>
              </a:ext>
            </a:extLst>
          </p:cNvPr>
          <p:cNvSpPr>
            <a:spLocks noGrp="1"/>
          </p:cNvSpPr>
          <p:nvPr>
            <p:ph type="dt" sz="half" idx="10"/>
          </p:nvPr>
        </p:nvSpPr>
        <p:spPr/>
        <p:txBody>
          <a:bodyPr/>
          <a:lstStyle/>
          <a:p>
            <a:fld id="{9B609FDC-15D0-4F66-ACFB-E821B854BF63}" type="datetimeFigureOut">
              <a:rPr lang="es-CR" smtClean="0"/>
              <a:t>16/7/2026</a:t>
            </a:fld>
            <a:endParaRPr lang="es-CR"/>
          </a:p>
        </p:txBody>
      </p:sp>
      <p:sp>
        <p:nvSpPr>
          <p:cNvPr id="5" name="Footer Placeholder 4">
            <a:extLst>
              <a:ext uri="{FF2B5EF4-FFF2-40B4-BE49-F238E27FC236}">
                <a16:creationId xmlns:a16="http://schemas.microsoft.com/office/drawing/2014/main" id="{0ACE1BC3-83DD-4009-A399-F2B460A3DE26}"/>
              </a:ext>
            </a:extLst>
          </p:cNvPr>
          <p:cNvSpPr>
            <a:spLocks noGrp="1"/>
          </p:cNvSpPr>
          <p:nvPr>
            <p:ph type="ftr" sz="quarter" idx="11"/>
          </p:nvPr>
        </p:nvSpPr>
        <p:spPr/>
        <p:txBody>
          <a:bodyPr/>
          <a:lstStyle/>
          <a:p>
            <a:endParaRPr lang="es-CR"/>
          </a:p>
        </p:txBody>
      </p:sp>
      <p:sp>
        <p:nvSpPr>
          <p:cNvPr id="6" name="Slide Number Placeholder 5">
            <a:extLst>
              <a:ext uri="{FF2B5EF4-FFF2-40B4-BE49-F238E27FC236}">
                <a16:creationId xmlns:a16="http://schemas.microsoft.com/office/drawing/2014/main" id="{2A79872B-B725-45FA-A372-4BCB76AFE3E9}"/>
              </a:ext>
            </a:extLst>
          </p:cNvPr>
          <p:cNvSpPr>
            <a:spLocks noGrp="1"/>
          </p:cNvSpPr>
          <p:nvPr>
            <p:ph type="sldNum" sz="quarter" idx="12"/>
          </p:nvPr>
        </p:nvSpPr>
        <p:spPr/>
        <p:txBody>
          <a:bodyPr/>
          <a:lstStyle/>
          <a:p>
            <a:fld id="{22D250A5-00B1-4905-8A5D-545960DF6C7A}" type="slidenum">
              <a:rPr lang="es-CR" smtClean="0"/>
              <a:t>‹#›</a:t>
            </a:fld>
            <a:endParaRPr lang="es-CR"/>
          </a:p>
        </p:txBody>
      </p:sp>
    </p:spTree>
    <p:extLst>
      <p:ext uri="{BB962C8B-B14F-4D97-AF65-F5344CB8AC3E}">
        <p14:creationId xmlns:p14="http://schemas.microsoft.com/office/powerpoint/2010/main" val="616797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580D5-4DA4-4CD1-AFF7-F49123EF60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CR"/>
          </a:p>
        </p:txBody>
      </p:sp>
      <p:sp>
        <p:nvSpPr>
          <p:cNvPr id="3" name="Text Placeholder 2">
            <a:extLst>
              <a:ext uri="{FF2B5EF4-FFF2-40B4-BE49-F238E27FC236}">
                <a16:creationId xmlns:a16="http://schemas.microsoft.com/office/drawing/2014/main" id="{20788743-59F6-4B1D-B958-39DE479569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200C3B5-1E13-46B8-8B7C-D6B7B94729D1}"/>
              </a:ext>
            </a:extLst>
          </p:cNvPr>
          <p:cNvSpPr>
            <a:spLocks noGrp="1"/>
          </p:cNvSpPr>
          <p:nvPr>
            <p:ph type="dt" sz="half" idx="10"/>
          </p:nvPr>
        </p:nvSpPr>
        <p:spPr/>
        <p:txBody>
          <a:bodyPr/>
          <a:lstStyle/>
          <a:p>
            <a:fld id="{9B609FDC-15D0-4F66-ACFB-E821B854BF63}" type="datetimeFigureOut">
              <a:rPr lang="es-CR" smtClean="0"/>
              <a:t>16/7/2026</a:t>
            </a:fld>
            <a:endParaRPr lang="es-CR"/>
          </a:p>
        </p:txBody>
      </p:sp>
      <p:sp>
        <p:nvSpPr>
          <p:cNvPr id="5" name="Footer Placeholder 4">
            <a:extLst>
              <a:ext uri="{FF2B5EF4-FFF2-40B4-BE49-F238E27FC236}">
                <a16:creationId xmlns:a16="http://schemas.microsoft.com/office/drawing/2014/main" id="{EF9EC0EC-71E0-40E7-A1F8-37E5A66C3CDF}"/>
              </a:ext>
            </a:extLst>
          </p:cNvPr>
          <p:cNvSpPr>
            <a:spLocks noGrp="1"/>
          </p:cNvSpPr>
          <p:nvPr>
            <p:ph type="ftr" sz="quarter" idx="11"/>
          </p:nvPr>
        </p:nvSpPr>
        <p:spPr/>
        <p:txBody>
          <a:bodyPr/>
          <a:lstStyle/>
          <a:p>
            <a:endParaRPr lang="es-CR"/>
          </a:p>
        </p:txBody>
      </p:sp>
      <p:sp>
        <p:nvSpPr>
          <p:cNvPr id="6" name="Slide Number Placeholder 5">
            <a:extLst>
              <a:ext uri="{FF2B5EF4-FFF2-40B4-BE49-F238E27FC236}">
                <a16:creationId xmlns:a16="http://schemas.microsoft.com/office/drawing/2014/main" id="{BC9CC2F3-45CF-4960-B781-1C987BDB1FC9}"/>
              </a:ext>
            </a:extLst>
          </p:cNvPr>
          <p:cNvSpPr>
            <a:spLocks noGrp="1"/>
          </p:cNvSpPr>
          <p:nvPr>
            <p:ph type="sldNum" sz="quarter" idx="12"/>
          </p:nvPr>
        </p:nvSpPr>
        <p:spPr/>
        <p:txBody>
          <a:bodyPr/>
          <a:lstStyle/>
          <a:p>
            <a:fld id="{22D250A5-00B1-4905-8A5D-545960DF6C7A}" type="slidenum">
              <a:rPr lang="es-CR" smtClean="0"/>
              <a:t>‹#›</a:t>
            </a:fld>
            <a:endParaRPr lang="es-CR"/>
          </a:p>
        </p:txBody>
      </p:sp>
    </p:spTree>
    <p:extLst>
      <p:ext uri="{BB962C8B-B14F-4D97-AF65-F5344CB8AC3E}">
        <p14:creationId xmlns:p14="http://schemas.microsoft.com/office/powerpoint/2010/main" val="1115520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62BD9-D5CC-4F46-9EEE-F85EA755773C}"/>
              </a:ext>
            </a:extLst>
          </p:cNvPr>
          <p:cNvSpPr>
            <a:spLocks noGrp="1"/>
          </p:cNvSpPr>
          <p:nvPr>
            <p:ph type="title"/>
          </p:nvPr>
        </p:nvSpPr>
        <p:spPr/>
        <p:txBody>
          <a:bodyPr/>
          <a:lstStyle/>
          <a:p>
            <a:r>
              <a:rPr lang="en-US"/>
              <a:t>Click to edit Master title style</a:t>
            </a:r>
            <a:endParaRPr lang="es-CR"/>
          </a:p>
        </p:txBody>
      </p:sp>
      <p:sp>
        <p:nvSpPr>
          <p:cNvPr id="3" name="Content Placeholder 2">
            <a:extLst>
              <a:ext uri="{FF2B5EF4-FFF2-40B4-BE49-F238E27FC236}">
                <a16:creationId xmlns:a16="http://schemas.microsoft.com/office/drawing/2014/main" id="{A4AF4534-6A04-46C6-92E9-2891B8E43D3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4" name="Content Placeholder 3">
            <a:extLst>
              <a:ext uri="{FF2B5EF4-FFF2-40B4-BE49-F238E27FC236}">
                <a16:creationId xmlns:a16="http://schemas.microsoft.com/office/drawing/2014/main" id="{7ED5D7E2-F34C-4931-B9FA-9D3AF3D9BD8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5" name="Date Placeholder 4">
            <a:extLst>
              <a:ext uri="{FF2B5EF4-FFF2-40B4-BE49-F238E27FC236}">
                <a16:creationId xmlns:a16="http://schemas.microsoft.com/office/drawing/2014/main" id="{DDEA726A-224D-4242-ACDA-22E7199F9CA5}"/>
              </a:ext>
            </a:extLst>
          </p:cNvPr>
          <p:cNvSpPr>
            <a:spLocks noGrp="1"/>
          </p:cNvSpPr>
          <p:nvPr>
            <p:ph type="dt" sz="half" idx="10"/>
          </p:nvPr>
        </p:nvSpPr>
        <p:spPr/>
        <p:txBody>
          <a:bodyPr/>
          <a:lstStyle/>
          <a:p>
            <a:fld id="{9B609FDC-15D0-4F66-ACFB-E821B854BF63}" type="datetimeFigureOut">
              <a:rPr lang="es-CR" smtClean="0"/>
              <a:t>16/7/2026</a:t>
            </a:fld>
            <a:endParaRPr lang="es-CR"/>
          </a:p>
        </p:txBody>
      </p:sp>
      <p:sp>
        <p:nvSpPr>
          <p:cNvPr id="6" name="Footer Placeholder 5">
            <a:extLst>
              <a:ext uri="{FF2B5EF4-FFF2-40B4-BE49-F238E27FC236}">
                <a16:creationId xmlns:a16="http://schemas.microsoft.com/office/drawing/2014/main" id="{80154D3B-0BF8-4044-A421-FAB559000F49}"/>
              </a:ext>
            </a:extLst>
          </p:cNvPr>
          <p:cNvSpPr>
            <a:spLocks noGrp="1"/>
          </p:cNvSpPr>
          <p:nvPr>
            <p:ph type="ftr" sz="quarter" idx="11"/>
          </p:nvPr>
        </p:nvSpPr>
        <p:spPr/>
        <p:txBody>
          <a:bodyPr/>
          <a:lstStyle/>
          <a:p>
            <a:endParaRPr lang="es-CR"/>
          </a:p>
        </p:txBody>
      </p:sp>
      <p:sp>
        <p:nvSpPr>
          <p:cNvPr id="7" name="Slide Number Placeholder 6">
            <a:extLst>
              <a:ext uri="{FF2B5EF4-FFF2-40B4-BE49-F238E27FC236}">
                <a16:creationId xmlns:a16="http://schemas.microsoft.com/office/drawing/2014/main" id="{5082AC85-6AB8-48A4-8338-4FCF312519A8}"/>
              </a:ext>
            </a:extLst>
          </p:cNvPr>
          <p:cNvSpPr>
            <a:spLocks noGrp="1"/>
          </p:cNvSpPr>
          <p:nvPr>
            <p:ph type="sldNum" sz="quarter" idx="12"/>
          </p:nvPr>
        </p:nvSpPr>
        <p:spPr/>
        <p:txBody>
          <a:bodyPr/>
          <a:lstStyle/>
          <a:p>
            <a:fld id="{22D250A5-00B1-4905-8A5D-545960DF6C7A}" type="slidenum">
              <a:rPr lang="es-CR" smtClean="0"/>
              <a:t>‹#›</a:t>
            </a:fld>
            <a:endParaRPr lang="es-CR"/>
          </a:p>
        </p:txBody>
      </p:sp>
    </p:spTree>
    <p:extLst>
      <p:ext uri="{BB962C8B-B14F-4D97-AF65-F5344CB8AC3E}">
        <p14:creationId xmlns:p14="http://schemas.microsoft.com/office/powerpoint/2010/main" val="3588482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5553A-83D5-4EF0-AE99-4EC5A3A7888E}"/>
              </a:ext>
            </a:extLst>
          </p:cNvPr>
          <p:cNvSpPr>
            <a:spLocks noGrp="1"/>
          </p:cNvSpPr>
          <p:nvPr>
            <p:ph type="title"/>
          </p:nvPr>
        </p:nvSpPr>
        <p:spPr>
          <a:xfrm>
            <a:off x="839788" y="365125"/>
            <a:ext cx="10515600" cy="1325563"/>
          </a:xfrm>
        </p:spPr>
        <p:txBody>
          <a:bodyPr/>
          <a:lstStyle/>
          <a:p>
            <a:r>
              <a:rPr lang="en-US"/>
              <a:t>Click to edit Master title style</a:t>
            </a:r>
            <a:endParaRPr lang="es-CR"/>
          </a:p>
        </p:txBody>
      </p:sp>
      <p:sp>
        <p:nvSpPr>
          <p:cNvPr id="3" name="Text Placeholder 2">
            <a:extLst>
              <a:ext uri="{FF2B5EF4-FFF2-40B4-BE49-F238E27FC236}">
                <a16:creationId xmlns:a16="http://schemas.microsoft.com/office/drawing/2014/main" id="{1C94B834-78C7-4563-843E-DC2C850ACE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9F9B973-4FE5-491E-81A4-9BAF74A63A1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5" name="Text Placeholder 4">
            <a:extLst>
              <a:ext uri="{FF2B5EF4-FFF2-40B4-BE49-F238E27FC236}">
                <a16:creationId xmlns:a16="http://schemas.microsoft.com/office/drawing/2014/main" id="{5E9DE4B3-1D57-4F56-9662-58C0581FC6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50583D3-BD6E-4BAA-A2AD-93E7906B297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7" name="Date Placeholder 6">
            <a:extLst>
              <a:ext uri="{FF2B5EF4-FFF2-40B4-BE49-F238E27FC236}">
                <a16:creationId xmlns:a16="http://schemas.microsoft.com/office/drawing/2014/main" id="{11EFE1FE-4B7E-4442-8DE1-08AFCB3D4602}"/>
              </a:ext>
            </a:extLst>
          </p:cNvPr>
          <p:cNvSpPr>
            <a:spLocks noGrp="1"/>
          </p:cNvSpPr>
          <p:nvPr>
            <p:ph type="dt" sz="half" idx="10"/>
          </p:nvPr>
        </p:nvSpPr>
        <p:spPr/>
        <p:txBody>
          <a:bodyPr/>
          <a:lstStyle/>
          <a:p>
            <a:fld id="{9B609FDC-15D0-4F66-ACFB-E821B854BF63}" type="datetimeFigureOut">
              <a:rPr lang="es-CR" smtClean="0"/>
              <a:t>16/7/2026</a:t>
            </a:fld>
            <a:endParaRPr lang="es-CR"/>
          </a:p>
        </p:txBody>
      </p:sp>
      <p:sp>
        <p:nvSpPr>
          <p:cNvPr id="8" name="Footer Placeholder 7">
            <a:extLst>
              <a:ext uri="{FF2B5EF4-FFF2-40B4-BE49-F238E27FC236}">
                <a16:creationId xmlns:a16="http://schemas.microsoft.com/office/drawing/2014/main" id="{2E1273B8-EECD-4A4B-B418-6FB13112765F}"/>
              </a:ext>
            </a:extLst>
          </p:cNvPr>
          <p:cNvSpPr>
            <a:spLocks noGrp="1"/>
          </p:cNvSpPr>
          <p:nvPr>
            <p:ph type="ftr" sz="quarter" idx="11"/>
          </p:nvPr>
        </p:nvSpPr>
        <p:spPr/>
        <p:txBody>
          <a:bodyPr/>
          <a:lstStyle/>
          <a:p>
            <a:endParaRPr lang="es-CR"/>
          </a:p>
        </p:txBody>
      </p:sp>
      <p:sp>
        <p:nvSpPr>
          <p:cNvPr id="9" name="Slide Number Placeholder 8">
            <a:extLst>
              <a:ext uri="{FF2B5EF4-FFF2-40B4-BE49-F238E27FC236}">
                <a16:creationId xmlns:a16="http://schemas.microsoft.com/office/drawing/2014/main" id="{7701EB1D-E78B-4AD5-8378-2395DE3300F5}"/>
              </a:ext>
            </a:extLst>
          </p:cNvPr>
          <p:cNvSpPr>
            <a:spLocks noGrp="1"/>
          </p:cNvSpPr>
          <p:nvPr>
            <p:ph type="sldNum" sz="quarter" idx="12"/>
          </p:nvPr>
        </p:nvSpPr>
        <p:spPr/>
        <p:txBody>
          <a:bodyPr/>
          <a:lstStyle/>
          <a:p>
            <a:fld id="{22D250A5-00B1-4905-8A5D-545960DF6C7A}" type="slidenum">
              <a:rPr lang="es-CR" smtClean="0"/>
              <a:t>‹#›</a:t>
            </a:fld>
            <a:endParaRPr lang="es-CR"/>
          </a:p>
        </p:txBody>
      </p:sp>
    </p:spTree>
    <p:extLst>
      <p:ext uri="{BB962C8B-B14F-4D97-AF65-F5344CB8AC3E}">
        <p14:creationId xmlns:p14="http://schemas.microsoft.com/office/powerpoint/2010/main" val="3029539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3B681-19E4-43CE-A01A-2A55933E9625}"/>
              </a:ext>
            </a:extLst>
          </p:cNvPr>
          <p:cNvSpPr>
            <a:spLocks noGrp="1"/>
          </p:cNvSpPr>
          <p:nvPr>
            <p:ph type="title"/>
          </p:nvPr>
        </p:nvSpPr>
        <p:spPr/>
        <p:txBody>
          <a:bodyPr/>
          <a:lstStyle/>
          <a:p>
            <a:r>
              <a:rPr lang="en-US"/>
              <a:t>Click to edit Master title style</a:t>
            </a:r>
            <a:endParaRPr lang="es-CR"/>
          </a:p>
        </p:txBody>
      </p:sp>
      <p:sp>
        <p:nvSpPr>
          <p:cNvPr id="3" name="Date Placeholder 2">
            <a:extLst>
              <a:ext uri="{FF2B5EF4-FFF2-40B4-BE49-F238E27FC236}">
                <a16:creationId xmlns:a16="http://schemas.microsoft.com/office/drawing/2014/main" id="{1A393450-45E9-465A-A0F6-984360916019}"/>
              </a:ext>
            </a:extLst>
          </p:cNvPr>
          <p:cNvSpPr>
            <a:spLocks noGrp="1"/>
          </p:cNvSpPr>
          <p:nvPr>
            <p:ph type="dt" sz="half" idx="10"/>
          </p:nvPr>
        </p:nvSpPr>
        <p:spPr/>
        <p:txBody>
          <a:bodyPr/>
          <a:lstStyle/>
          <a:p>
            <a:fld id="{9B609FDC-15D0-4F66-ACFB-E821B854BF63}" type="datetimeFigureOut">
              <a:rPr lang="es-CR" smtClean="0"/>
              <a:t>16/7/2026</a:t>
            </a:fld>
            <a:endParaRPr lang="es-CR"/>
          </a:p>
        </p:txBody>
      </p:sp>
      <p:sp>
        <p:nvSpPr>
          <p:cNvPr id="4" name="Footer Placeholder 3">
            <a:extLst>
              <a:ext uri="{FF2B5EF4-FFF2-40B4-BE49-F238E27FC236}">
                <a16:creationId xmlns:a16="http://schemas.microsoft.com/office/drawing/2014/main" id="{5D694741-3127-4D67-A4ED-14AC926350AF}"/>
              </a:ext>
            </a:extLst>
          </p:cNvPr>
          <p:cNvSpPr>
            <a:spLocks noGrp="1"/>
          </p:cNvSpPr>
          <p:nvPr>
            <p:ph type="ftr" sz="quarter" idx="11"/>
          </p:nvPr>
        </p:nvSpPr>
        <p:spPr/>
        <p:txBody>
          <a:bodyPr/>
          <a:lstStyle/>
          <a:p>
            <a:endParaRPr lang="es-CR"/>
          </a:p>
        </p:txBody>
      </p:sp>
      <p:sp>
        <p:nvSpPr>
          <p:cNvPr id="5" name="Slide Number Placeholder 4">
            <a:extLst>
              <a:ext uri="{FF2B5EF4-FFF2-40B4-BE49-F238E27FC236}">
                <a16:creationId xmlns:a16="http://schemas.microsoft.com/office/drawing/2014/main" id="{6DA24F3B-D0C7-481D-B081-FC5822FB9DCD}"/>
              </a:ext>
            </a:extLst>
          </p:cNvPr>
          <p:cNvSpPr>
            <a:spLocks noGrp="1"/>
          </p:cNvSpPr>
          <p:nvPr>
            <p:ph type="sldNum" sz="quarter" idx="12"/>
          </p:nvPr>
        </p:nvSpPr>
        <p:spPr/>
        <p:txBody>
          <a:bodyPr/>
          <a:lstStyle/>
          <a:p>
            <a:fld id="{22D250A5-00B1-4905-8A5D-545960DF6C7A}" type="slidenum">
              <a:rPr lang="es-CR" smtClean="0"/>
              <a:t>‹#›</a:t>
            </a:fld>
            <a:endParaRPr lang="es-CR"/>
          </a:p>
        </p:txBody>
      </p:sp>
    </p:spTree>
    <p:extLst>
      <p:ext uri="{BB962C8B-B14F-4D97-AF65-F5344CB8AC3E}">
        <p14:creationId xmlns:p14="http://schemas.microsoft.com/office/powerpoint/2010/main" val="2457521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63366F-1172-46D0-A866-53263AEA3B61}"/>
              </a:ext>
            </a:extLst>
          </p:cNvPr>
          <p:cNvSpPr>
            <a:spLocks noGrp="1"/>
          </p:cNvSpPr>
          <p:nvPr>
            <p:ph type="dt" sz="half" idx="10"/>
          </p:nvPr>
        </p:nvSpPr>
        <p:spPr/>
        <p:txBody>
          <a:bodyPr/>
          <a:lstStyle/>
          <a:p>
            <a:fld id="{9B609FDC-15D0-4F66-ACFB-E821B854BF63}" type="datetimeFigureOut">
              <a:rPr lang="es-CR" smtClean="0"/>
              <a:t>16/7/2026</a:t>
            </a:fld>
            <a:endParaRPr lang="es-CR"/>
          </a:p>
        </p:txBody>
      </p:sp>
      <p:sp>
        <p:nvSpPr>
          <p:cNvPr id="3" name="Footer Placeholder 2">
            <a:extLst>
              <a:ext uri="{FF2B5EF4-FFF2-40B4-BE49-F238E27FC236}">
                <a16:creationId xmlns:a16="http://schemas.microsoft.com/office/drawing/2014/main" id="{95A4A821-1B33-4ED5-AB40-25EC4E502CFF}"/>
              </a:ext>
            </a:extLst>
          </p:cNvPr>
          <p:cNvSpPr>
            <a:spLocks noGrp="1"/>
          </p:cNvSpPr>
          <p:nvPr>
            <p:ph type="ftr" sz="quarter" idx="11"/>
          </p:nvPr>
        </p:nvSpPr>
        <p:spPr/>
        <p:txBody>
          <a:bodyPr/>
          <a:lstStyle/>
          <a:p>
            <a:endParaRPr lang="es-CR"/>
          </a:p>
        </p:txBody>
      </p:sp>
      <p:sp>
        <p:nvSpPr>
          <p:cNvPr id="4" name="Slide Number Placeholder 3">
            <a:extLst>
              <a:ext uri="{FF2B5EF4-FFF2-40B4-BE49-F238E27FC236}">
                <a16:creationId xmlns:a16="http://schemas.microsoft.com/office/drawing/2014/main" id="{2FA4DDD3-D14D-44EB-B179-E7ECB527C566}"/>
              </a:ext>
            </a:extLst>
          </p:cNvPr>
          <p:cNvSpPr>
            <a:spLocks noGrp="1"/>
          </p:cNvSpPr>
          <p:nvPr>
            <p:ph type="sldNum" sz="quarter" idx="12"/>
          </p:nvPr>
        </p:nvSpPr>
        <p:spPr/>
        <p:txBody>
          <a:bodyPr/>
          <a:lstStyle/>
          <a:p>
            <a:fld id="{22D250A5-00B1-4905-8A5D-545960DF6C7A}" type="slidenum">
              <a:rPr lang="es-CR" smtClean="0"/>
              <a:t>‹#›</a:t>
            </a:fld>
            <a:endParaRPr lang="es-CR"/>
          </a:p>
        </p:txBody>
      </p:sp>
    </p:spTree>
    <p:extLst>
      <p:ext uri="{BB962C8B-B14F-4D97-AF65-F5344CB8AC3E}">
        <p14:creationId xmlns:p14="http://schemas.microsoft.com/office/powerpoint/2010/main" val="3314658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DB538-BDED-43BF-97BD-A4496E46E0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CR"/>
          </a:p>
        </p:txBody>
      </p:sp>
      <p:sp>
        <p:nvSpPr>
          <p:cNvPr id="3" name="Content Placeholder 2">
            <a:extLst>
              <a:ext uri="{FF2B5EF4-FFF2-40B4-BE49-F238E27FC236}">
                <a16:creationId xmlns:a16="http://schemas.microsoft.com/office/drawing/2014/main" id="{08070B20-AA5D-4A62-93EA-9D4A836E0F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4" name="Text Placeholder 3">
            <a:extLst>
              <a:ext uri="{FF2B5EF4-FFF2-40B4-BE49-F238E27FC236}">
                <a16:creationId xmlns:a16="http://schemas.microsoft.com/office/drawing/2014/main" id="{C34EC868-6FDA-4452-BC73-7724A8A6C0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601E522-E8A8-49DD-BCBB-EFC2A86F2E43}"/>
              </a:ext>
            </a:extLst>
          </p:cNvPr>
          <p:cNvSpPr>
            <a:spLocks noGrp="1"/>
          </p:cNvSpPr>
          <p:nvPr>
            <p:ph type="dt" sz="half" idx="10"/>
          </p:nvPr>
        </p:nvSpPr>
        <p:spPr/>
        <p:txBody>
          <a:bodyPr/>
          <a:lstStyle/>
          <a:p>
            <a:fld id="{9B609FDC-15D0-4F66-ACFB-E821B854BF63}" type="datetimeFigureOut">
              <a:rPr lang="es-CR" smtClean="0"/>
              <a:t>16/7/2026</a:t>
            </a:fld>
            <a:endParaRPr lang="es-CR"/>
          </a:p>
        </p:txBody>
      </p:sp>
      <p:sp>
        <p:nvSpPr>
          <p:cNvPr id="6" name="Footer Placeholder 5">
            <a:extLst>
              <a:ext uri="{FF2B5EF4-FFF2-40B4-BE49-F238E27FC236}">
                <a16:creationId xmlns:a16="http://schemas.microsoft.com/office/drawing/2014/main" id="{A0776A01-B211-42DE-BE4B-139E754248D1}"/>
              </a:ext>
            </a:extLst>
          </p:cNvPr>
          <p:cNvSpPr>
            <a:spLocks noGrp="1"/>
          </p:cNvSpPr>
          <p:nvPr>
            <p:ph type="ftr" sz="quarter" idx="11"/>
          </p:nvPr>
        </p:nvSpPr>
        <p:spPr/>
        <p:txBody>
          <a:bodyPr/>
          <a:lstStyle/>
          <a:p>
            <a:endParaRPr lang="es-CR"/>
          </a:p>
        </p:txBody>
      </p:sp>
      <p:sp>
        <p:nvSpPr>
          <p:cNvPr id="7" name="Slide Number Placeholder 6">
            <a:extLst>
              <a:ext uri="{FF2B5EF4-FFF2-40B4-BE49-F238E27FC236}">
                <a16:creationId xmlns:a16="http://schemas.microsoft.com/office/drawing/2014/main" id="{AFF41E89-41AF-4375-9044-6EB1D42C45CB}"/>
              </a:ext>
            </a:extLst>
          </p:cNvPr>
          <p:cNvSpPr>
            <a:spLocks noGrp="1"/>
          </p:cNvSpPr>
          <p:nvPr>
            <p:ph type="sldNum" sz="quarter" idx="12"/>
          </p:nvPr>
        </p:nvSpPr>
        <p:spPr/>
        <p:txBody>
          <a:bodyPr/>
          <a:lstStyle/>
          <a:p>
            <a:fld id="{22D250A5-00B1-4905-8A5D-545960DF6C7A}" type="slidenum">
              <a:rPr lang="es-CR" smtClean="0"/>
              <a:t>‹#›</a:t>
            </a:fld>
            <a:endParaRPr lang="es-CR"/>
          </a:p>
        </p:txBody>
      </p:sp>
    </p:spTree>
    <p:extLst>
      <p:ext uri="{BB962C8B-B14F-4D97-AF65-F5344CB8AC3E}">
        <p14:creationId xmlns:p14="http://schemas.microsoft.com/office/powerpoint/2010/main" val="3305385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033B1-2D26-4550-A670-307F689A75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CR"/>
          </a:p>
        </p:txBody>
      </p:sp>
      <p:sp>
        <p:nvSpPr>
          <p:cNvPr id="3" name="Picture Placeholder 2">
            <a:extLst>
              <a:ext uri="{FF2B5EF4-FFF2-40B4-BE49-F238E27FC236}">
                <a16:creationId xmlns:a16="http://schemas.microsoft.com/office/drawing/2014/main" id="{FB8EC9A9-0EB1-4A0E-92C0-48CCB032F3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R"/>
          </a:p>
        </p:txBody>
      </p:sp>
      <p:sp>
        <p:nvSpPr>
          <p:cNvPr id="4" name="Text Placeholder 3">
            <a:extLst>
              <a:ext uri="{FF2B5EF4-FFF2-40B4-BE49-F238E27FC236}">
                <a16:creationId xmlns:a16="http://schemas.microsoft.com/office/drawing/2014/main" id="{2FB959C1-53E9-4EFF-B92B-AE1EA42316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EEFCCE0-9C39-4015-9D20-D1789913D2AB}"/>
              </a:ext>
            </a:extLst>
          </p:cNvPr>
          <p:cNvSpPr>
            <a:spLocks noGrp="1"/>
          </p:cNvSpPr>
          <p:nvPr>
            <p:ph type="dt" sz="half" idx="10"/>
          </p:nvPr>
        </p:nvSpPr>
        <p:spPr/>
        <p:txBody>
          <a:bodyPr/>
          <a:lstStyle/>
          <a:p>
            <a:fld id="{9B609FDC-15D0-4F66-ACFB-E821B854BF63}" type="datetimeFigureOut">
              <a:rPr lang="es-CR" smtClean="0"/>
              <a:t>16/7/2026</a:t>
            </a:fld>
            <a:endParaRPr lang="es-CR"/>
          </a:p>
        </p:txBody>
      </p:sp>
      <p:sp>
        <p:nvSpPr>
          <p:cNvPr id="6" name="Footer Placeholder 5">
            <a:extLst>
              <a:ext uri="{FF2B5EF4-FFF2-40B4-BE49-F238E27FC236}">
                <a16:creationId xmlns:a16="http://schemas.microsoft.com/office/drawing/2014/main" id="{9DFB6B92-E018-4682-9FBA-0F1750D568D1}"/>
              </a:ext>
            </a:extLst>
          </p:cNvPr>
          <p:cNvSpPr>
            <a:spLocks noGrp="1"/>
          </p:cNvSpPr>
          <p:nvPr>
            <p:ph type="ftr" sz="quarter" idx="11"/>
          </p:nvPr>
        </p:nvSpPr>
        <p:spPr/>
        <p:txBody>
          <a:bodyPr/>
          <a:lstStyle/>
          <a:p>
            <a:endParaRPr lang="es-CR"/>
          </a:p>
        </p:txBody>
      </p:sp>
      <p:sp>
        <p:nvSpPr>
          <p:cNvPr id="7" name="Slide Number Placeholder 6">
            <a:extLst>
              <a:ext uri="{FF2B5EF4-FFF2-40B4-BE49-F238E27FC236}">
                <a16:creationId xmlns:a16="http://schemas.microsoft.com/office/drawing/2014/main" id="{A14601C8-D7EB-4BE3-AD3D-987B69FB02E5}"/>
              </a:ext>
            </a:extLst>
          </p:cNvPr>
          <p:cNvSpPr>
            <a:spLocks noGrp="1"/>
          </p:cNvSpPr>
          <p:nvPr>
            <p:ph type="sldNum" sz="quarter" idx="12"/>
          </p:nvPr>
        </p:nvSpPr>
        <p:spPr/>
        <p:txBody>
          <a:bodyPr/>
          <a:lstStyle/>
          <a:p>
            <a:fld id="{22D250A5-00B1-4905-8A5D-545960DF6C7A}" type="slidenum">
              <a:rPr lang="es-CR" smtClean="0"/>
              <a:t>‹#›</a:t>
            </a:fld>
            <a:endParaRPr lang="es-CR"/>
          </a:p>
        </p:txBody>
      </p:sp>
    </p:spTree>
    <p:extLst>
      <p:ext uri="{BB962C8B-B14F-4D97-AF65-F5344CB8AC3E}">
        <p14:creationId xmlns:p14="http://schemas.microsoft.com/office/powerpoint/2010/main" val="1807908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0C7C8-9023-42E1-8B56-AE87C20C7AD6}"/>
              </a:ext>
            </a:extLst>
          </p:cNvPr>
          <p:cNvSpPr>
            <a:spLocks noGrp="1"/>
          </p:cNvSpPr>
          <p:nvPr>
            <p:ph type="title"/>
          </p:nvPr>
        </p:nvSpPr>
        <p:spPr/>
        <p:txBody>
          <a:bodyPr/>
          <a:lstStyle/>
          <a:p>
            <a:r>
              <a:rPr lang="en-US"/>
              <a:t>Click to edit Master title style</a:t>
            </a:r>
            <a:endParaRPr lang="es-CR"/>
          </a:p>
        </p:txBody>
      </p:sp>
      <p:sp>
        <p:nvSpPr>
          <p:cNvPr id="3" name="Vertical Text Placeholder 2">
            <a:extLst>
              <a:ext uri="{FF2B5EF4-FFF2-40B4-BE49-F238E27FC236}">
                <a16:creationId xmlns:a16="http://schemas.microsoft.com/office/drawing/2014/main" id="{DD6ACBA3-1163-44FD-88E9-C7BFC6ECD0D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4" name="Date Placeholder 3">
            <a:extLst>
              <a:ext uri="{FF2B5EF4-FFF2-40B4-BE49-F238E27FC236}">
                <a16:creationId xmlns:a16="http://schemas.microsoft.com/office/drawing/2014/main" id="{030A93A8-4A78-4170-9CC0-356B0D5C880C}"/>
              </a:ext>
            </a:extLst>
          </p:cNvPr>
          <p:cNvSpPr>
            <a:spLocks noGrp="1"/>
          </p:cNvSpPr>
          <p:nvPr>
            <p:ph type="dt" sz="half" idx="10"/>
          </p:nvPr>
        </p:nvSpPr>
        <p:spPr/>
        <p:txBody>
          <a:bodyPr/>
          <a:lstStyle/>
          <a:p>
            <a:fld id="{9B609FDC-15D0-4F66-ACFB-E821B854BF63}" type="datetimeFigureOut">
              <a:rPr lang="es-CR" smtClean="0"/>
              <a:t>16/7/2026</a:t>
            </a:fld>
            <a:endParaRPr lang="es-CR"/>
          </a:p>
        </p:txBody>
      </p:sp>
      <p:sp>
        <p:nvSpPr>
          <p:cNvPr id="5" name="Footer Placeholder 4">
            <a:extLst>
              <a:ext uri="{FF2B5EF4-FFF2-40B4-BE49-F238E27FC236}">
                <a16:creationId xmlns:a16="http://schemas.microsoft.com/office/drawing/2014/main" id="{5F16A085-131C-4BBB-8FF4-439A1E9D8E9A}"/>
              </a:ext>
            </a:extLst>
          </p:cNvPr>
          <p:cNvSpPr>
            <a:spLocks noGrp="1"/>
          </p:cNvSpPr>
          <p:nvPr>
            <p:ph type="ftr" sz="quarter" idx="11"/>
          </p:nvPr>
        </p:nvSpPr>
        <p:spPr/>
        <p:txBody>
          <a:bodyPr/>
          <a:lstStyle/>
          <a:p>
            <a:endParaRPr lang="es-CR"/>
          </a:p>
        </p:txBody>
      </p:sp>
      <p:sp>
        <p:nvSpPr>
          <p:cNvPr id="6" name="Slide Number Placeholder 5">
            <a:extLst>
              <a:ext uri="{FF2B5EF4-FFF2-40B4-BE49-F238E27FC236}">
                <a16:creationId xmlns:a16="http://schemas.microsoft.com/office/drawing/2014/main" id="{28C4B207-562A-4225-8C65-8A7292FFA49A}"/>
              </a:ext>
            </a:extLst>
          </p:cNvPr>
          <p:cNvSpPr>
            <a:spLocks noGrp="1"/>
          </p:cNvSpPr>
          <p:nvPr>
            <p:ph type="sldNum" sz="quarter" idx="12"/>
          </p:nvPr>
        </p:nvSpPr>
        <p:spPr/>
        <p:txBody>
          <a:bodyPr/>
          <a:lstStyle/>
          <a:p>
            <a:fld id="{22D250A5-00B1-4905-8A5D-545960DF6C7A}" type="slidenum">
              <a:rPr lang="es-CR" smtClean="0"/>
              <a:t>‹#›</a:t>
            </a:fld>
            <a:endParaRPr lang="es-CR"/>
          </a:p>
        </p:txBody>
      </p:sp>
    </p:spTree>
    <p:extLst>
      <p:ext uri="{BB962C8B-B14F-4D97-AF65-F5344CB8AC3E}">
        <p14:creationId xmlns:p14="http://schemas.microsoft.com/office/powerpoint/2010/main" val="543148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44D47B-C1EA-4E1D-A549-AACD8937B11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CR"/>
          </a:p>
        </p:txBody>
      </p:sp>
      <p:sp>
        <p:nvSpPr>
          <p:cNvPr id="3" name="Vertical Text Placeholder 2">
            <a:extLst>
              <a:ext uri="{FF2B5EF4-FFF2-40B4-BE49-F238E27FC236}">
                <a16:creationId xmlns:a16="http://schemas.microsoft.com/office/drawing/2014/main" id="{5530FCD4-F9B7-4CA5-A78F-C9FE50B7B46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4" name="Date Placeholder 3">
            <a:extLst>
              <a:ext uri="{FF2B5EF4-FFF2-40B4-BE49-F238E27FC236}">
                <a16:creationId xmlns:a16="http://schemas.microsoft.com/office/drawing/2014/main" id="{C0C14B50-A65C-4FC3-A54D-F2C308937958}"/>
              </a:ext>
            </a:extLst>
          </p:cNvPr>
          <p:cNvSpPr>
            <a:spLocks noGrp="1"/>
          </p:cNvSpPr>
          <p:nvPr>
            <p:ph type="dt" sz="half" idx="10"/>
          </p:nvPr>
        </p:nvSpPr>
        <p:spPr/>
        <p:txBody>
          <a:bodyPr/>
          <a:lstStyle/>
          <a:p>
            <a:fld id="{9B609FDC-15D0-4F66-ACFB-E821B854BF63}" type="datetimeFigureOut">
              <a:rPr lang="es-CR" smtClean="0"/>
              <a:t>16/7/2026</a:t>
            </a:fld>
            <a:endParaRPr lang="es-CR"/>
          </a:p>
        </p:txBody>
      </p:sp>
      <p:sp>
        <p:nvSpPr>
          <p:cNvPr id="5" name="Footer Placeholder 4">
            <a:extLst>
              <a:ext uri="{FF2B5EF4-FFF2-40B4-BE49-F238E27FC236}">
                <a16:creationId xmlns:a16="http://schemas.microsoft.com/office/drawing/2014/main" id="{57CB1164-2938-4BAE-A95F-A8196A22D7D3}"/>
              </a:ext>
            </a:extLst>
          </p:cNvPr>
          <p:cNvSpPr>
            <a:spLocks noGrp="1"/>
          </p:cNvSpPr>
          <p:nvPr>
            <p:ph type="ftr" sz="quarter" idx="11"/>
          </p:nvPr>
        </p:nvSpPr>
        <p:spPr/>
        <p:txBody>
          <a:bodyPr/>
          <a:lstStyle/>
          <a:p>
            <a:endParaRPr lang="es-CR"/>
          </a:p>
        </p:txBody>
      </p:sp>
      <p:sp>
        <p:nvSpPr>
          <p:cNvPr id="6" name="Slide Number Placeholder 5">
            <a:extLst>
              <a:ext uri="{FF2B5EF4-FFF2-40B4-BE49-F238E27FC236}">
                <a16:creationId xmlns:a16="http://schemas.microsoft.com/office/drawing/2014/main" id="{4EE8FBC0-2ED3-44BC-9D5C-0AED1E194A63}"/>
              </a:ext>
            </a:extLst>
          </p:cNvPr>
          <p:cNvSpPr>
            <a:spLocks noGrp="1"/>
          </p:cNvSpPr>
          <p:nvPr>
            <p:ph type="sldNum" sz="quarter" idx="12"/>
          </p:nvPr>
        </p:nvSpPr>
        <p:spPr/>
        <p:txBody>
          <a:bodyPr/>
          <a:lstStyle/>
          <a:p>
            <a:fld id="{22D250A5-00B1-4905-8A5D-545960DF6C7A}" type="slidenum">
              <a:rPr lang="es-CR" smtClean="0"/>
              <a:t>‹#›</a:t>
            </a:fld>
            <a:endParaRPr lang="es-CR"/>
          </a:p>
        </p:txBody>
      </p:sp>
    </p:spTree>
    <p:extLst>
      <p:ext uri="{BB962C8B-B14F-4D97-AF65-F5344CB8AC3E}">
        <p14:creationId xmlns:p14="http://schemas.microsoft.com/office/powerpoint/2010/main" val="4185301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1C024D-73A1-4406-8CCE-0ED636E2F2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CR"/>
          </a:p>
        </p:txBody>
      </p:sp>
      <p:sp>
        <p:nvSpPr>
          <p:cNvPr id="3" name="Text Placeholder 2">
            <a:extLst>
              <a:ext uri="{FF2B5EF4-FFF2-40B4-BE49-F238E27FC236}">
                <a16:creationId xmlns:a16="http://schemas.microsoft.com/office/drawing/2014/main" id="{E1E2B234-2675-4EEB-9C52-0CD4169756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4" name="Date Placeholder 3">
            <a:extLst>
              <a:ext uri="{FF2B5EF4-FFF2-40B4-BE49-F238E27FC236}">
                <a16:creationId xmlns:a16="http://schemas.microsoft.com/office/drawing/2014/main" id="{C4623252-60B7-4C00-BFB5-7B049DFB63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609FDC-15D0-4F66-ACFB-E821B854BF63}" type="datetimeFigureOut">
              <a:rPr lang="es-CR" smtClean="0"/>
              <a:t>16/7/2026</a:t>
            </a:fld>
            <a:endParaRPr lang="es-CR"/>
          </a:p>
        </p:txBody>
      </p:sp>
      <p:sp>
        <p:nvSpPr>
          <p:cNvPr id="5" name="Footer Placeholder 4">
            <a:extLst>
              <a:ext uri="{FF2B5EF4-FFF2-40B4-BE49-F238E27FC236}">
                <a16:creationId xmlns:a16="http://schemas.microsoft.com/office/drawing/2014/main" id="{FE7E13A1-C0AF-4BD2-9A5A-43898E718D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R"/>
          </a:p>
        </p:txBody>
      </p:sp>
      <p:sp>
        <p:nvSpPr>
          <p:cNvPr id="6" name="Slide Number Placeholder 5">
            <a:extLst>
              <a:ext uri="{FF2B5EF4-FFF2-40B4-BE49-F238E27FC236}">
                <a16:creationId xmlns:a16="http://schemas.microsoft.com/office/drawing/2014/main" id="{9D62BAA8-2679-4DE4-9871-BEE2F0E5AB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D250A5-00B1-4905-8A5D-545960DF6C7A}" type="slidenum">
              <a:rPr lang="es-CR" smtClean="0"/>
              <a:t>‹#›</a:t>
            </a:fld>
            <a:endParaRPr lang="es-CR"/>
          </a:p>
        </p:txBody>
      </p:sp>
    </p:spTree>
    <p:extLst>
      <p:ext uri="{BB962C8B-B14F-4D97-AF65-F5344CB8AC3E}">
        <p14:creationId xmlns:p14="http://schemas.microsoft.com/office/powerpoint/2010/main" val="4177568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23.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E4D8B5-2D3D-97BB-756F-EB12065C84B5}"/>
              </a:ext>
            </a:extLst>
          </p:cNvPr>
          <p:cNvSpPr txBox="1"/>
          <p:nvPr/>
        </p:nvSpPr>
        <p:spPr>
          <a:xfrm>
            <a:off x="11293997" y="6588000"/>
            <a:ext cx="898003" cy="369332"/>
          </a:xfrm>
          <a:prstGeom prst="rect">
            <a:avLst/>
          </a:prstGeom>
          <a:noFill/>
        </p:spPr>
        <p:txBody>
          <a:bodyPr wrap="none" rtlCol="0">
            <a:spAutoFit/>
          </a:bodyPr>
          <a:lstStyle/>
          <a:p>
            <a:r>
              <a:rPr lang="en-US" sz="1800" b="1" dirty="0"/>
              <a:t>© 2024</a:t>
            </a:r>
            <a:endParaRPr lang="es-CR" dirty="0"/>
          </a:p>
        </p:txBody>
      </p:sp>
      <p:pic>
        <p:nvPicPr>
          <p:cNvPr id="5" name="Picture 4" descr="A blue and white text over a cell phone&#10;&#10;Description automatically generated">
            <a:extLst>
              <a:ext uri="{FF2B5EF4-FFF2-40B4-BE49-F238E27FC236}">
                <a16:creationId xmlns:a16="http://schemas.microsoft.com/office/drawing/2014/main" id="{F8303AA4-28BA-CE27-1641-91B4D23192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0425" y="3480773"/>
            <a:ext cx="5808375" cy="2407214"/>
          </a:xfrm>
          <a:prstGeom prst="rect">
            <a:avLst/>
          </a:prstGeom>
        </p:spPr>
      </p:pic>
    </p:spTree>
    <p:extLst>
      <p:ext uri="{BB962C8B-B14F-4D97-AF65-F5344CB8AC3E}">
        <p14:creationId xmlns:p14="http://schemas.microsoft.com/office/powerpoint/2010/main" val="466241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20805" y="238008"/>
            <a:ext cx="1981200" cy="828675"/>
          </a:xfrm>
          <a:prstGeom prst="rect">
            <a:avLst/>
          </a:prstGeom>
        </p:spPr>
      </p:pic>
      <p:pic>
        <p:nvPicPr>
          <p:cNvPr id="7" name="Imagen 2">
            <a:extLst>
              <a:ext uri="{FF2B5EF4-FFF2-40B4-BE49-F238E27FC236}">
                <a16:creationId xmlns:a16="http://schemas.microsoft.com/office/drawing/2014/main" id="{667EA1FF-B966-1E51-CB57-F7BF86B39D20}"/>
              </a:ext>
            </a:extLst>
          </p:cNvPr>
          <p:cNvPicPr>
            <a:picLocks noChangeAspect="1"/>
          </p:cNvPicPr>
          <p:nvPr/>
        </p:nvPicPr>
        <p:blipFill>
          <a:blip r:embed="rId3"/>
          <a:stretch>
            <a:fillRect/>
          </a:stretch>
        </p:blipFill>
        <p:spPr>
          <a:xfrm>
            <a:off x="647845" y="2490959"/>
            <a:ext cx="1037663" cy="1035762"/>
          </a:xfrm>
          <a:prstGeom prst="rect">
            <a:avLst/>
          </a:prstGeom>
        </p:spPr>
      </p:pic>
      <p:pic>
        <p:nvPicPr>
          <p:cNvPr id="8" name="Imagen 4">
            <a:extLst>
              <a:ext uri="{FF2B5EF4-FFF2-40B4-BE49-F238E27FC236}">
                <a16:creationId xmlns:a16="http://schemas.microsoft.com/office/drawing/2014/main" id="{116CDCBB-46CD-60BA-297F-05BB6CD679DF}"/>
              </a:ext>
            </a:extLst>
          </p:cNvPr>
          <p:cNvPicPr>
            <a:picLocks noChangeAspect="1"/>
          </p:cNvPicPr>
          <p:nvPr/>
        </p:nvPicPr>
        <p:blipFill>
          <a:blip r:embed="rId4"/>
          <a:stretch>
            <a:fillRect/>
          </a:stretch>
        </p:blipFill>
        <p:spPr>
          <a:xfrm>
            <a:off x="2356155" y="2383851"/>
            <a:ext cx="1142870" cy="1142870"/>
          </a:xfrm>
          <a:prstGeom prst="rect">
            <a:avLst/>
          </a:prstGeom>
        </p:spPr>
      </p:pic>
      <p:pic>
        <p:nvPicPr>
          <p:cNvPr id="9" name="Imagen 6">
            <a:extLst>
              <a:ext uri="{FF2B5EF4-FFF2-40B4-BE49-F238E27FC236}">
                <a16:creationId xmlns:a16="http://schemas.microsoft.com/office/drawing/2014/main" id="{EEA4D94D-0A3E-773B-8D17-04C01AF03FD9}"/>
              </a:ext>
            </a:extLst>
          </p:cNvPr>
          <p:cNvPicPr>
            <a:picLocks noChangeAspect="1"/>
          </p:cNvPicPr>
          <p:nvPr/>
        </p:nvPicPr>
        <p:blipFill>
          <a:blip r:embed="rId5"/>
          <a:stretch>
            <a:fillRect/>
          </a:stretch>
        </p:blipFill>
        <p:spPr>
          <a:xfrm>
            <a:off x="2560487" y="4757596"/>
            <a:ext cx="1160264" cy="1160264"/>
          </a:xfrm>
          <a:prstGeom prst="rect">
            <a:avLst/>
          </a:prstGeom>
        </p:spPr>
      </p:pic>
      <p:pic>
        <p:nvPicPr>
          <p:cNvPr id="10" name="Imagen 7">
            <a:extLst>
              <a:ext uri="{FF2B5EF4-FFF2-40B4-BE49-F238E27FC236}">
                <a16:creationId xmlns:a16="http://schemas.microsoft.com/office/drawing/2014/main" id="{3256D765-F71B-35AC-358F-EDC8ADD7BC69}"/>
              </a:ext>
            </a:extLst>
          </p:cNvPr>
          <p:cNvPicPr>
            <a:picLocks noChangeAspect="1"/>
          </p:cNvPicPr>
          <p:nvPr/>
        </p:nvPicPr>
        <p:blipFill>
          <a:blip r:embed="rId6"/>
          <a:stretch>
            <a:fillRect/>
          </a:stretch>
        </p:blipFill>
        <p:spPr>
          <a:xfrm>
            <a:off x="647845" y="4526054"/>
            <a:ext cx="1311703" cy="1030108"/>
          </a:xfrm>
          <a:prstGeom prst="rect">
            <a:avLst/>
          </a:prstGeom>
        </p:spPr>
      </p:pic>
      <p:pic>
        <p:nvPicPr>
          <p:cNvPr id="11" name="Imagen 8">
            <a:extLst>
              <a:ext uri="{FF2B5EF4-FFF2-40B4-BE49-F238E27FC236}">
                <a16:creationId xmlns:a16="http://schemas.microsoft.com/office/drawing/2014/main" id="{F3D97B38-51DA-18D0-0EB1-31FCA1E0E2C3}"/>
              </a:ext>
            </a:extLst>
          </p:cNvPr>
          <p:cNvPicPr>
            <a:picLocks noChangeAspect="1"/>
          </p:cNvPicPr>
          <p:nvPr/>
        </p:nvPicPr>
        <p:blipFill>
          <a:blip r:embed="rId7"/>
          <a:stretch>
            <a:fillRect/>
          </a:stretch>
        </p:blipFill>
        <p:spPr>
          <a:xfrm>
            <a:off x="3893019" y="2249558"/>
            <a:ext cx="1347911" cy="1322256"/>
          </a:xfrm>
          <a:prstGeom prst="rect">
            <a:avLst/>
          </a:prstGeom>
        </p:spPr>
      </p:pic>
      <p:pic>
        <p:nvPicPr>
          <p:cNvPr id="12" name="Imagen 10">
            <a:extLst>
              <a:ext uri="{FF2B5EF4-FFF2-40B4-BE49-F238E27FC236}">
                <a16:creationId xmlns:a16="http://schemas.microsoft.com/office/drawing/2014/main" id="{D6CDCBBE-0ACC-EE60-F1C9-D04ECD342E97}"/>
              </a:ext>
            </a:extLst>
          </p:cNvPr>
          <p:cNvPicPr>
            <a:picLocks noChangeAspect="1"/>
          </p:cNvPicPr>
          <p:nvPr/>
        </p:nvPicPr>
        <p:blipFill>
          <a:blip r:embed="rId8"/>
          <a:stretch>
            <a:fillRect/>
          </a:stretch>
        </p:blipFill>
        <p:spPr>
          <a:xfrm>
            <a:off x="7411285" y="2050915"/>
            <a:ext cx="1399934" cy="1164039"/>
          </a:xfrm>
          <a:prstGeom prst="rect">
            <a:avLst/>
          </a:prstGeom>
        </p:spPr>
      </p:pic>
      <p:pic>
        <p:nvPicPr>
          <p:cNvPr id="13" name="Imagen 11">
            <a:extLst>
              <a:ext uri="{FF2B5EF4-FFF2-40B4-BE49-F238E27FC236}">
                <a16:creationId xmlns:a16="http://schemas.microsoft.com/office/drawing/2014/main" id="{F1596488-B643-171E-435D-90861E4C5E64}"/>
              </a:ext>
            </a:extLst>
          </p:cNvPr>
          <p:cNvPicPr>
            <a:picLocks noChangeAspect="1"/>
          </p:cNvPicPr>
          <p:nvPr/>
        </p:nvPicPr>
        <p:blipFill>
          <a:blip r:embed="rId9"/>
          <a:stretch>
            <a:fillRect/>
          </a:stretch>
        </p:blipFill>
        <p:spPr>
          <a:xfrm>
            <a:off x="9287972" y="2107138"/>
            <a:ext cx="1426665" cy="1088771"/>
          </a:xfrm>
          <a:prstGeom prst="rect">
            <a:avLst/>
          </a:prstGeom>
        </p:spPr>
      </p:pic>
      <p:pic>
        <p:nvPicPr>
          <p:cNvPr id="14" name="Imagen 12">
            <a:extLst>
              <a:ext uri="{FF2B5EF4-FFF2-40B4-BE49-F238E27FC236}">
                <a16:creationId xmlns:a16="http://schemas.microsoft.com/office/drawing/2014/main" id="{109CDC76-BA4E-F4E4-E221-5D53F607BC40}"/>
              </a:ext>
            </a:extLst>
          </p:cNvPr>
          <p:cNvPicPr>
            <a:picLocks noChangeAspect="1"/>
          </p:cNvPicPr>
          <p:nvPr/>
        </p:nvPicPr>
        <p:blipFill>
          <a:blip r:embed="rId10"/>
          <a:stretch>
            <a:fillRect/>
          </a:stretch>
        </p:blipFill>
        <p:spPr>
          <a:xfrm>
            <a:off x="7197783" y="5994596"/>
            <a:ext cx="3124200" cy="514350"/>
          </a:xfrm>
          <a:prstGeom prst="rect">
            <a:avLst/>
          </a:prstGeom>
        </p:spPr>
      </p:pic>
      <p:pic>
        <p:nvPicPr>
          <p:cNvPr id="15" name="Imagen 15">
            <a:extLst>
              <a:ext uri="{FF2B5EF4-FFF2-40B4-BE49-F238E27FC236}">
                <a16:creationId xmlns:a16="http://schemas.microsoft.com/office/drawing/2014/main" id="{50C850DC-6B16-3A66-6719-365C1DAC7902}"/>
              </a:ext>
            </a:extLst>
          </p:cNvPr>
          <p:cNvPicPr>
            <a:picLocks noChangeAspect="1"/>
          </p:cNvPicPr>
          <p:nvPr/>
        </p:nvPicPr>
        <p:blipFill>
          <a:blip r:embed="rId11"/>
          <a:stretch>
            <a:fillRect/>
          </a:stretch>
        </p:blipFill>
        <p:spPr>
          <a:xfrm>
            <a:off x="7165113" y="4704465"/>
            <a:ext cx="1477917" cy="619588"/>
          </a:xfrm>
          <a:prstGeom prst="rect">
            <a:avLst/>
          </a:prstGeom>
        </p:spPr>
      </p:pic>
      <p:sp>
        <p:nvSpPr>
          <p:cNvPr id="16" name="CuadroTexto 16">
            <a:extLst>
              <a:ext uri="{FF2B5EF4-FFF2-40B4-BE49-F238E27FC236}">
                <a16:creationId xmlns:a16="http://schemas.microsoft.com/office/drawing/2014/main" id="{4FA5003B-A384-A69E-1211-8B5B63A2F14A}"/>
              </a:ext>
            </a:extLst>
          </p:cNvPr>
          <p:cNvSpPr txBox="1"/>
          <p:nvPr/>
        </p:nvSpPr>
        <p:spPr>
          <a:xfrm>
            <a:off x="970029" y="1674738"/>
            <a:ext cx="4011665" cy="646331"/>
          </a:xfrm>
          <a:prstGeom prst="rect">
            <a:avLst/>
          </a:prstGeom>
          <a:noFill/>
        </p:spPr>
        <p:txBody>
          <a:bodyPr wrap="square" rtlCol="0">
            <a:spAutoFit/>
          </a:bodyPr>
          <a:lstStyle/>
          <a:p>
            <a:pPr algn="ctr"/>
            <a:r>
              <a:rPr lang="es-CR" b="1" u="sng" dirty="0">
                <a:solidFill>
                  <a:srgbClr val="3369AD"/>
                </a:solidFill>
              </a:rPr>
              <a:t>IaaS (</a:t>
            </a:r>
            <a:r>
              <a:rPr lang="es-CR" b="1" u="sng" dirty="0" err="1">
                <a:solidFill>
                  <a:srgbClr val="3369AD"/>
                </a:solidFill>
              </a:rPr>
              <a:t>Infrastructure</a:t>
            </a:r>
            <a:r>
              <a:rPr lang="es-CR" b="1" u="sng" dirty="0">
                <a:solidFill>
                  <a:srgbClr val="3369AD"/>
                </a:solidFill>
              </a:rPr>
              <a:t> as a Service) o PaaS (Platform as a Service)</a:t>
            </a:r>
          </a:p>
        </p:txBody>
      </p:sp>
      <p:sp>
        <p:nvSpPr>
          <p:cNvPr id="17" name="CuadroTexto 17">
            <a:extLst>
              <a:ext uri="{FF2B5EF4-FFF2-40B4-BE49-F238E27FC236}">
                <a16:creationId xmlns:a16="http://schemas.microsoft.com/office/drawing/2014/main" id="{EE447E53-7461-9426-6987-A2E5B419B70D}"/>
              </a:ext>
            </a:extLst>
          </p:cNvPr>
          <p:cNvSpPr txBox="1"/>
          <p:nvPr/>
        </p:nvSpPr>
        <p:spPr>
          <a:xfrm>
            <a:off x="892978" y="3623755"/>
            <a:ext cx="562397" cy="338554"/>
          </a:xfrm>
          <a:prstGeom prst="rect">
            <a:avLst/>
          </a:prstGeom>
          <a:noFill/>
        </p:spPr>
        <p:txBody>
          <a:bodyPr wrap="square" rtlCol="0">
            <a:spAutoFit/>
          </a:bodyPr>
          <a:lstStyle/>
          <a:p>
            <a:r>
              <a:rPr lang="es-CR" sz="1600" b="1" dirty="0">
                <a:solidFill>
                  <a:srgbClr val="3369AD"/>
                </a:solidFill>
              </a:rPr>
              <a:t>VPS</a:t>
            </a:r>
          </a:p>
        </p:txBody>
      </p:sp>
      <p:sp>
        <p:nvSpPr>
          <p:cNvPr id="18" name="CuadroTexto 18">
            <a:extLst>
              <a:ext uri="{FF2B5EF4-FFF2-40B4-BE49-F238E27FC236}">
                <a16:creationId xmlns:a16="http://schemas.microsoft.com/office/drawing/2014/main" id="{20C280FB-A16B-523C-1A0E-85EE5F443BAA}"/>
              </a:ext>
            </a:extLst>
          </p:cNvPr>
          <p:cNvSpPr txBox="1"/>
          <p:nvPr/>
        </p:nvSpPr>
        <p:spPr>
          <a:xfrm>
            <a:off x="2074250" y="3635713"/>
            <a:ext cx="1706680" cy="338554"/>
          </a:xfrm>
          <a:prstGeom prst="rect">
            <a:avLst/>
          </a:prstGeom>
          <a:noFill/>
        </p:spPr>
        <p:txBody>
          <a:bodyPr wrap="square" rtlCol="0">
            <a:spAutoFit/>
          </a:bodyPr>
          <a:lstStyle/>
          <a:p>
            <a:r>
              <a:rPr lang="es-CR" sz="1600" b="1" dirty="0">
                <a:solidFill>
                  <a:srgbClr val="3369AD"/>
                </a:solidFill>
              </a:rPr>
              <a:t>DYNAMIC CLOUD</a:t>
            </a:r>
          </a:p>
        </p:txBody>
      </p:sp>
      <p:cxnSp>
        <p:nvCxnSpPr>
          <p:cNvPr id="19" name="Conector recto 21">
            <a:extLst>
              <a:ext uri="{FF2B5EF4-FFF2-40B4-BE49-F238E27FC236}">
                <a16:creationId xmlns:a16="http://schemas.microsoft.com/office/drawing/2014/main" id="{5ED16931-657B-76D5-6824-449799F617A0}"/>
              </a:ext>
            </a:extLst>
          </p:cNvPr>
          <p:cNvCxnSpPr>
            <a:cxnSpLocks/>
          </p:cNvCxnSpPr>
          <p:nvPr/>
        </p:nvCxnSpPr>
        <p:spPr>
          <a:xfrm>
            <a:off x="818439" y="4027131"/>
            <a:ext cx="4442764" cy="0"/>
          </a:xfrm>
          <a:prstGeom prst="line">
            <a:avLst/>
          </a:prstGeom>
          <a:ln w="19050">
            <a:solidFill>
              <a:srgbClr val="3369AD"/>
            </a:solidFill>
          </a:ln>
        </p:spPr>
        <p:style>
          <a:lnRef idx="1">
            <a:schemeClr val="accent1"/>
          </a:lnRef>
          <a:fillRef idx="0">
            <a:schemeClr val="accent1"/>
          </a:fillRef>
          <a:effectRef idx="0">
            <a:schemeClr val="accent1"/>
          </a:effectRef>
          <a:fontRef idx="minor">
            <a:schemeClr val="tx1"/>
          </a:fontRef>
        </p:style>
      </p:cxnSp>
      <p:sp>
        <p:nvSpPr>
          <p:cNvPr id="20" name="CuadroTexto 23">
            <a:extLst>
              <a:ext uri="{FF2B5EF4-FFF2-40B4-BE49-F238E27FC236}">
                <a16:creationId xmlns:a16="http://schemas.microsoft.com/office/drawing/2014/main" id="{BFC46467-E959-7CEE-A5FF-9CC376C47770}"/>
              </a:ext>
            </a:extLst>
          </p:cNvPr>
          <p:cNvSpPr txBox="1"/>
          <p:nvPr/>
        </p:nvSpPr>
        <p:spPr>
          <a:xfrm>
            <a:off x="586869" y="5733194"/>
            <a:ext cx="1353368" cy="369332"/>
          </a:xfrm>
          <a:prstGeom prst="rect">
            <a:avLst/>
          </a:prstGeom>
          <a:noFill/>
        </p:spPr>
        <p:txBody>
          <a:bodyPr wrap="square" rtlCol="0">
            <a:spAutoFit/>
          </a:bodyPr>
          <a:lstStyle/>
          <a:p>
            <a:r>
              <a:rPr lang="es-CR" b="1" dirty="0">
                <a:solidFill>
                  <a:srgbClr val="3369AD"/>
                </a:solidFill>
              </a:rPr>
              <a:t>Diseño Web</a:t>
            </a:r>
          </a:p>
        </p:txBody>
      </p:sp>
      <p:sp>
        <p:nvSpPr>
          <p:cNvPr id="21" name="CuadroTexto 24">
            <a:extLst>
              <a:ext uri="{FF2B5EF4-FFF2-40B4-BE49-F238E27FC236}">
                <a16:creationId xmlns:a16="http://schemas.microsoft.com/office/drawing/2014/main" id="{1423C1DB-3497-2E95-14A2-E454A9945B0C}"/>
              </a:ext>
            </a:extLst>
          </p:cNvPr>
          <p:cNvSpPr txBox="1"/>
          <p:nvPr/>
        </p:nvSpPr>
        <p:spPr>
          <a:xfrm>
            <a:off x="2347578" y="6029936"/>
            <a:ext cx="1586081" cy="369332"/>
          </a:xfrm>
          <a:prstGeom prst="rect">
            <a:avLst/>
          </a:prstGeom>
          <a:noFill/>
        </p:spPr>
        <p:txBody>
          <a:bodyPr wrap="square" rtlCol="0">
            <a:spAutoFit/>
          </a:bodyPr>
          <a:lstStyle/>
          <a:p>
            <a:r>
              <a:rPr lang="es-CR" b="1" dirty="0">
                <a:solidFill>
                  <a:srgbClr val="3369AD"/>
                </a:solidFill>
              </a:rPr>
              <a:t>Dominios Web</a:t>
            </a:r>
          </a:p>
        </p:txBody>
      </p:sp>
      <p:sp>
        <p:nvSpPr>
          <p:cNvPr id="22" name="CuadroTexto 25">
            <a:extLst>
              <a:ext uri="{FF2B5EF4-FFF2-40B4-BE49-F238E27FC236}">
                <a16:creationId xmlns:a16="http://schemas.microsoft.com/office/drawing/2014/main" id="{6B46BC02-FD9B-6FE7-1CD5-9B470A2D2FC1}"/>
              </a:ext>
            </a:extLst>
          </p:cNvPr>
          <p:cNvSpPr txBox="1"/>
          <p:nvPr/>
        </p:nvSpPr>
        <p:spPr>
          <a:xfrm>
            <a:off x="7635836" y="1582814"/>
            <a:ext cx="2906745" cy="369332"/>
          </a:xfrm>
          <a:prstGeom prst="rect">
            <a:avLst/>
          </a:prstGeom>
          <a:noFill/>
        </p:spPr>
        <p:txBody>
          <a:bodyPr wrap="square" rtlCol="0">
            <a:spAutoFit/>
          </a:bodyPr>
          <a:lstStyle/>
          <a:p>
            <a:r>
              <a:rPr lang="es-CR" b="1" u="sng" dirty="0">
                <a:solidFill>
                  <a:srgbClr val="3369AD"/>
                </a:solidFill>
              </a:rPr>
              <a:t>SaaS (Software as a Service)</a:t>
            </a:r>
          </a:p>
        </p:txBody>
      </p:sp>
      <p:sp>
        <p:nvSpPr>
          <p:cNvPr id="23" name="CuadroTexto 34">
            <a:extLst>
              <a:ext uri="{FF2B5EF4-FFF2-40B4-BE49-F238E27FC236}">
                <a16:creationId xmlns:a16="http://schemas.microsoft.com/office/drawing/2014/main" id="{4BD3BE75-EFF9-685C-F666-0F26913E5214}"/>
              </a:ext>
            </a:extLst>
          </p:cNvPr>
          <p:cNvSpPr txBox="1"/>
          <p:nvPr/>
        </p:nvSpPr>
        <p:spPr>
          <a:xfrm>
            <a:off x="7300455" y="5481589"/>
            <a:ext cx="3021528" cy="369332"/>
          </a:xfrm>
          <a:prstGeom prst="rect">
            <a:avLst/>
          </a:prstGeom>
          <a:noFill/>
        </p:spPr>
        <p:txBody>
          <a:bodyPr wrap="square" rtlCol="0">
            <a:spAutoFit/>
          </a:bodyPr>
          <a:lstStyle/>
          <a:p>
            <a:r>
              <a:rPr lang="es-CR" b="1" u="sng" dirty="0" err="1">
                <a:solidFill>
                  <a:srgbClr val="3369AD"/>
                </a:solidFill>
              </a:rPr>
              <a:t>Infrastructure</a:t>
            </a:r>
            <a:r>
              <a:rPr lang="es-CR" b="1" u="sng" dirty="0">
                <a:solidFill>
                  <a:srgbClr val="3369AD"/>
                </a:solidFill>
              </a:rPr>
              <a:t> </a:t>
            </a:r>
            <a:r>
              <a:rPr lang="es-CR" b="1" u="sng" dirty="0" err="1">
                <a:solidFill>
                  <a:srgbClr val="3369AD"/>
                </a:solidFill>
              </a:rPr>
              <a:t>of</a:t>
            </a:r>
            <a:r>
              <a:rPr lang="es-CR" b="1" u="sng" dirty="0">
                <a:solidFill>
                  <a:srgbClr val="3369AD"/>
                </a:solidFill>
              </a:rPr>
              <a:t> Data Center</a:t>
            </a:r>
          </a:p>
        </p:txBody>
      </p:sp>
      <p:sp>
        <p:nvSpPr>
          <p:cNvPr id="24" name="CuadroTexto 35">
            <a:extLst>
              <a:ext uri="{FF2B5EF4-FFF2-40B4-BE49-F238E27FC236}">
                <a16:creationId xmlns:a16="http://schemas.microsoft.com/office/drawing/2014/main" id="{66F4CC79-684A-639D-75D7-3ABF11930F38}"/>
              </a:ext>
            </a:extLst>
          </p:cNvPr>
          <p:cNvSpPr txBox="1"/>
          <p:nvPr/>
        </p:nvSpPr>
        <p:spPr>
          <a:xfrm>
            <a:off x="3939539" y="3628170"/>
            <a:ext cx="1710487" cy="369332"/>
          </a:xfrm>
          <a:prstGeom prst="rect">
            <a:avLst/>
          </a:prstGeom>
          <a:noFill/>
        </p:spPr>
        <p:txBody>
          <a:bodyPr wrap="square" rtlCol="0">
            <a:spAutoFit/>
          </a:bodyPr>
          <a:lstStyle/>
          <a:p>
            <a:r>
              <a:rPr lang="es-CR" b="1" dirty="0">
                <a:solidFill>
                  <a:srgbClr val="3369AD"/>
                </a:solidFill>
              </a:rPr>
              <a:t>Hospedaje Web</a:t>
            </a:r>
          </a:p>
        </p:txBody>
      </p:sp>
      <p:pic>
        <p:nvPicPr>
          <p:cNvPr id="25" name="Picture 24">
            <a:extLst>
              <a:ext uri="{FF2B5EF4-FFF2-40B4-BE49-F238E27FC236}">
                <a16:creationId xmlns:a16="http://schemas.microsoft.com/office/drawing/2014/main" id="{26EC622C-4809-98A0-00FC-948434FBB04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346333" y="4362263"/>
            <a:ext cx="1303992" cy="1303992"/>
          </a:xfrm>
          <a:prstGeom prst="rect">
            <a:avLst/>
          </a:prstGeom>
        </p:spPr>
      </p:pic>
      <p:sp>
        <p:nvSpPr>
          <p:cNvPr id="26" name="CuadroTexto 24">
            <a:extLst>
              <a:ext uri="{FF2B5EF4-FFF2-40B4-BE49-F238E27FC236}">
                <a16:creationId xmlns:a16="http://schemas.microsoft.com/office/drawing/2014/main" id="{454606EE-E51F-69FA-E828-D17F3896347A}"/>
              </a:ext>
            </a:extLst>
          </p:cNvPr>
          <p:cNvSpPr txBox="1"/>
          <p:nvPr/>
        </p:nvSpPr>
        <p:spPr>
          <a:xfrm>
            <a:off x="4321690" y="5632054"/>
            <a:ext cx="1510649" cy="369332"/>
          </a:xfrm>
          <a:prstGeom prst="rect">
            <a:avLst/>
          </a:prstGeom>
          <a:noFill/>
        </p:spPr>
        <p:txBody>
          <a:bodyPr wrap="square" rtlCol="0">
            <a:spAutoFit/>
          </a:bodyPr>
          <a:lstStyle/>
          <a:p>
            <a:r>
              <a:rPr lang="es-CR" b="1" dirty="0">
                <a:solidFill>
                  <a:srgbClr val="3369AD"/>
                </a:solidFill>
              </a:rPr>
              <a:t>E-Commerce</a:t>
            </a:r>
          </a:p>
        </p:txBody>
      </p:sp>
      <p:pic>
        <p:nvPicPr>
          <p:cNvPr id="28" name="Graphic 27">
            <a:extLst>
              <a:ext uri="{FF2B5EF4-FFF2-40B4-BE49-F238E27FC236}">
                <a16:creationId xmlns:a16="http://schemas.microsoft.com/office/drawing/2014/main" id="{A57239AE-F4E6-7A02-8E2D-8217BD14DAB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713447" y="3571814"/>
            <a:ext cx="2381250" cy="857250"/>
          </a:xfrm>
          <a:prstGeom prst="rect">
            <a:avLst/>
          </a:prstGeom>
        </p:spPr>
      </p:pic>
      <p:pic>
        <p:nvPicPr>
          <p:cNvPr id="3" name="Picture 2">
            <a:extLst>
              <a:ext uri="{FF2B5EF4-FFF2-40B4-BE49-F238E27FC236}">
                <a16:creationId xmlns:a16="http://schemas.microsoft.com/office/drawing/2014/main" id="{BCCF31F5-F0C2-9A93-9162-2C0B166CCE0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521215" y="3483137"/>
            <a:ext cx="1193069" cy="1193069"/>
          </a:xfrm>
          <a:prstGeom prst="rect">
            <a:avLst/>
          </a:prstGeom>
        </p:spPr>
      </p:pic>
    </p:spTree>
    <p:extLst>
      <p:ext uri="{BB962C8B-B14F-4D97-AF65-F5344CB8AC3E}">
        <p14:creationId xmlns:p14="http://schemas.microsoft.com/office/powerpoint/2010/main" val="168772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2200" y="2218895"/>
            <a:ext cx="10515600" cy="3634067"/>
          </a:xfrm>
        </p:spPr>
        <p:txBody>
          <a:bodyPr>
            <a:normAutofit/>
          </a:bodyPr>
          <a:lstStyle/>
          <a:p>
            <a:pPr marL="0" indent="0" algn="just" fontAlgn="base">
              <a:lnSpc>
                <a:spcPct val="100000"/>
              </a:lnSpc>
              <a:buNone/>
            </a:pPr>
            <a:r>
              <a:rPr lang="en-US" dirty="0"/>
              <a:t>E</a:t>
            </a:r>
            <a:r>
              <a:rPr lang="es-US" dirty="0"/>
              <a:t>s una aplicación WEB que ofrece el envío y recepción de mensajes de texto corto (SMS) y/o WhatsApp (WAP), desde el sitio web smsempresarial.com a dispositivos móviles.</a:t>
            </a:r>
          </a:p>
        </p:txBody>
      </p:sp>
      <p:pic>
        <p:nvPicPr>
          <p:cNvPr id="2" name="Picture 1"/>
          <p:cNvPicPr>
            <a:picLocks noChangeAspect="1"/>
          </p:cNvPicPr>
          <p:nvPr/>
        </p:nvPicPr>
        <p:blipFill>
          <a:blip r:embed="rId2"/>
          <a:stretch>
            <a:fillRect/>
          </a:stretch>
        </p:blipFill>
        <p:spPr>
          <a:xfrm>
            <a:off x="9319970" y="4035928"/>
            <a:ext cx="2126820" cy="2263544"/>
          </a:xfrm>
          <a:prstGeom prst="rect">
            <a:avLst/>
          </a:prstGeom>
        </p:spPr>
      </p:pic>
      <p:pic>
        <p:nvPicPr>
          <p:cNvPr id="5" name="Picture 4"/>
          <p:cNvPicPr>
            <a:picLocks noChangeAspect="1"/>
          </p:cNvPicPr>
          <p:nvPr/>
        </p:nvPicPr>
        <p:blipFill>
          <a:blip r:embed="rId3"/>
          <a:stretch>
            <a:fillRect/>
          </a:stretch>
        </p:blipFill>
        <p:spPr>
          <a:xfrm>
            <a:off x="120805" y="238008"/>
            <a:ext cx="1981200" cy="828675"/>
          </a:xfrm>
          <a:prstGeom prst="rect">
            <a:avLst/>
          </a:prstGeom>
        </p:spPr>
      </p:pic>
      <p:sp>
        <p:nvSpPr>
          <p:cNvPr id="4" name="TextBox 3">
            <a:extLst>
              <a:ext uri="{FF2B5EF4-FFF2-40B4-BE49-F238E27FC236}">
                <a16:creationId xmlns:a16="http://schemas.microsoft.com/office/drawing/2014/main" id="{B2FDCA59-3371-C36F-97B0-14B2348AF85B}"/>
              </a:ext>
            </a:extLst>
          </p:cNvPr>
          <p:cNvSpPr txBox="1"/>
          <p:nvPr/>
        </p:nvSpPr>
        <p:spPr>
          <a:xfrm>
            <a:off x="2464771" y="613177"/>
            <a:ext cx="6096000" cy="646331"/>
          </a:xfrm>
          <a:prstGeom prst="rect">
            <a:avLst/>
          </a:prstGeom>
          <a:noFill/>
        </p:spPr>
        <p:txBody>
          <a:bodyPr wrap="square">
            <a:spAutoFit/>
          </a:bodyPr>
          <a:lstStyle/>
          <a:p>
            <a:pPr algn="ctr"/>
            <a:r>
              <a:rPr lang="es-CR" sz="3600" b="1" dirty="0"/>
              <a:t>SMSEmpresarial.com</a:t>
            </a:r>
          </a:p>
        </p:txBody>
      </p:sp>
    </p:spTree>
    <p:extLst>
      <p:ext uri="{BB962C8B-B14F-4D97-AF65-F5344CB8AC3E}">
        <p14:creationId xmlns:p14="http://schemas.microsoft.com/office/powerpoint/2010/main" val="4045543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fontAlgn="base">
              <a:buFont typeface="Wingdings" panose="05000000000000000000" pitchFamily="2" charset="2"/>
              <a:buChar char="ü"/>
            </a:pPr>
            <a:r>
              <a:rPr lang="es-US" dirty="0"/>
              <a:t>Notificaciones</a:t>
            </a:r>
          </a:p>
          <a:p>
            <a:pPr algn="just" fontAlgn="base">
              <a:buFont typeface="Wingdings" panose="05000000000000000000" pitchFamily="2" charset="2"/>
              <a:buChar char="ü"/>
            </a:pPr>
            <a:r>
              <a:rPr lang="es-US" dirty="0"/>
              <a:t>Recordatorios de citas</a:t>
            </a:r>
          </a:p>
          <a:p>
            <a:pPr algn="just" fontAlgn="base">
              <a:buFont typeface="Wingdings" panose="05000000000000000000" pitchFamily="2" charset="2"/>
              <a:buChar char="ü"/>
            </a:pPr>
            <a:r>
              <a:rPr lang="es-US" dirty="0"/>
              <a:t>Campañas de comunicación</a:t>
            </a:r>
          </a:p>
          <a:p>
            <a:pPr algn="just" fontAlgn="base">
              <a:buFont typeface="Wingdings" panose="05000000000000000000" pitchFamily="2" charset="2"/>
              <a:buChar char="ü"/>
            </a:pPr>
            <a:r>
              <a:rPr lang="es-US" dirty="0"/>
              <a:t>Mensajes de Marketing</a:t>
            </a:r>
          </a:p>
          <a:p>
            <a:pPr algn="just" fontAlgn="base">
              <a:buFont typeface="Wingdings" panose="05000000000000000000" pitchFamily="2" charset="2"/>
              <a:buChar char="ü"/>
            </a:pPr>
            <a:r>
              <a:rPr lang="es-US" dirty="0"/>
              <a:t>Convertir un correo a un mensaje SMS (alertas)</a:t>
            </a:r>
          </a:p>
          <a:p>
            <a:pPr algn="just" fontAlgn="base">
              <a:buFont typeface="Wingdings" panose="05000000000000000000" pitchFamily="2" charset="2"/>
              <a:buChar char="ü"/>
            </a:pPr>
            <a:r>
              <a:rPr lang="es-US" dirty="0"/>
              <a:t>Para autenticaciones de segundo factor de autenticación (2FA)</a:t>
            </a:r>
          </a:p>
          <a:p>
            <a:pPr algn="just" fontAlgn="base">
              <a:buFont typeface="Wingdings" panose="05000000000000000000" pitchFamily="2" charset="2"/>
              <a:buChar char="ü"/>
            </a:pPr>
            <a:r>
              <a:rPr lang="es-US" dirty="0"/>
              <a:t>SINPE Móvil (integración con entidades bancarias)</a:t>
            </a:r>
          </a:p>
          <a:p>
            <a:pPr algn="just" fontAlgn="base">
              <a:buFont typeface="Wingdings" panose="05000000000000000000" pitchFamily="2" charset="2"/>
              <a:buChar char="ü"/>
            </a:pPr>
            <a:r>
              <a:rPr lang="es-US" dirty="0"/>
              <a:t>Comunicación bidireccional  </a:t>
            </a:r>
          </a:p>
          <a:p>
            <a:pPr marL="514350" indent="-514350">
              <a:buFont typeface="+mj-lt"/>
              <a:buAutoNum type="arabicPeriod"/>
            </a:pPr>
            <a:endParaRPr lang="en-US" dirty="0"/>
          </a:p>
        </p:txBody>
      </p:sp>
      <p:pic>
        <p:nvPicPr>
          <p:cNvPr id="6" name="Picture 5"/>
          <p:cNvPicPr>
            <a:picLocks noChangeAspect="1"/>
          </p:cNvPicPr>
          <p:nvPr/>
        </p:nvPicPr>
        <p:blipFill>
          <a:blip r:embed="rId2"/>
          <a:stretch>
            <a:fillRect/>
          </a:stretch>
        </p:blipFill>
        <p:spPr>
          <a:xfrm>
            <a:off x="165411" y="249160"/>
            <a:ext cx="1981200" cy="828675"/>
          </a:xfrm>
          <a:prstGeom prst="rect">
            <a:avLst/>
          </a:prstGeom>
        </p:spPr>
      </p:pic>
      <p:sp>
        <p:nvSpPr>
          <p:cNvPr id="2" name="TextBox 1">
            <a:extLst>
              <a:ext uri="{FF2B5EF4-FFF2-40B4-BE49-F238E27FC236}">
                <a16:creationId xmlns:a16="http://schemas.microsoft.com/office/drawing/2014/main" id="{28CCDA6D-CC94-7B89-0F9B-D22C27748E34}"/>
              </a:ext>
            </a:extLst>
          </p:cNvPr>
          <p:cNvSpPr txBox="1"/>
          <p:nvPr/>
        </p:nvSpPr>
        <p:spPr>
          <a:xfrm>
            <a:off x="2146610" y="613177"/>
            <a:ext cx="7384847" cy="646331"/>
          </a:xfrm>
          <a:prstGeom prst="rect">
            <a:avLst/>
          </a:prstGeom>
          <a:noFill/>
        </p:spPr>
        <p:txBody>
          <a:bodyPr wrap="square">
            <a:spAutoFit/>
          </a:bodyPr>
          <a:lstStyle/>
          <a:p>
            <a:pPr algn="ctr"/>
            <a:r>
              <a:rPr lang="es-CR" sz="3600" b="1" dirty="0"/>
              <a:t>Usos más frecuentes de la plataforma</a:t>
            </a:r>
          </a:p>
        </p:txBody>
      </p:sp>
      <p:pic>
        <p:nvPicPr>
          <p:cNvPr id="4" name="Picture 3" descr="Icono de Comunicación bidireccional Generic color lineal-color | Magnific  (antes Freepik)">
            <a:extLst>
              <a:ext uri="{FF2B5EF4-FFF2-40B4-BE49-F238E27FC236}">
                <a16:creationId xmlns:a16="http://schemas.microsoft.com/office/drawing/2014/main" id="{E8450B96-CB61-E187-1F87-AED68340D17F}"/>
              </a:ext>
            </a:extLst>
          </p:cNvPr>
          <p:cNvPicPr>
            <a:picLocks noChangeAspect="1"/>
          </p:cNvPicPr>
          <p:nvPr/>
        </p:nvPicPr>
        <p:blipFill>
          <a:blip r:embed="rId3"/>
          <a:stretch>
            <a:fillRect/>
          </a:stretch>
        </p:blipFill>
        <p:spPr>
          <a:xfrm>
            <a:off x="5216236" y="5375564"/>
            <a:ext cx="519545" cy="519545"/>
          </a:xfrm>
          <a:prstGeom prst="rect">
            <a:avLst/>
          </a:prstGeom>
        </p:spPr>
      </p:pic>
    </p:spTree>
    <p:extLst>
      <p:ext uri="{BB962C8B-B14F-4D97-AF65-F5344CB8AC3E}">
        <p14:creationId xmlns:p14="http://schemas.microsoft.com/office/powerpoint/2010/main" val="2074336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9600" y="1825625"/>
            <a:ext cx="11354400" cy="4351338"/>
          </a:xfrm>
        </p:spPr>
        <p:txBody>
          <a:bodyPr>
            <a:normAutofit fontScale="92500" lnSpcReduction="10000"/>
          </a:bodyPr>
          <a:lstStyle/>
          <a:p>
            <a:r>
              <a:rPr lang="es-CR" dirty="0"/>
              <a:t>Enviar un mensaje individual o programado</a:t>
            </a:r>
          </a:p>
          <a:p>
            <a:r>
              <a:rPr lang="es-CR" dirty="0"/>
              <a:t>Enviar un Campaña publicitaria, carga de base de datos desde un archivo</a:t>
            </a:r>
          </a:p>
          <a:p>
            <a:r>
              <a:rPr lang="es-CR" dirty="0"/>
              <a:t>Configurar correos electrónicos para convertirlo a un mensaje de SMS</a:t>
            </a:r>
          </a:p>
          <a:p>
            <a:r>
              <a:rPr lang="es-CR" dirty="0"/>
              <a:t>Recepción de mensajes</a:t>
            </a:r>
          </a:p>
          <a:p>
            <a:r>
              <a:rPr lang="es-CR" dirty="0"/>
              <a:t>Configurar el </a:t>
            </a:r>
            <a:r>
              <a:rPr lang="es-CR" dirty="0" err="1"/>
              <a:t>webservice</a:t>
            </a:r>
            <a:r>
              <a:rPr lang="es-CR" dirty="0"/>
              <a:t> “API” de envío y recepción (SMS &amp; WhatsApp)</a:t>
            </a:r>
          </a:p>
          <a:p>
            <a:pPr lvl="1"/>
            <a:r>
              <a:rPr lang="es-CR" dirty="0"/>
              <a:t>POST/GET/SOAP</a:t>
            </a:r>
          </a:p>
          <a:p>
            <a:pPr lvl="1"/>
            <a:r>
              <a:rPr lang="es-CR" dirty="0"/>
              <a:t>OAuth 2.0</a:t>
            </a:r>
          </a:p>
          <a:p>
            <a:pPr lvl="1"/>
            <a:r>
              <a:rPr lang="es-CR" dirty="0"/>
              <a:t>SINPE Móvil (opción directa para conexión con entidades bancarias)</a:t>
            </a:r>
          </a:p>
          <a:p>
            <a:r>
              <a:rPr lang="es-CR" dirty="0"/>
              <a:t>Reportería</a:t>
            </a:r>
          </a:p>
          <a:p>
            <a:r>
              <a:rPr lang="es-CR"/>
              <a:t>Entre </a:t>
            </a:r>
            <a:r>
              <a:rPr lang="es-CR" dirty="0"/>
              <a:t>otras más opciones</a:t>
            </a:r>
          </a:p>
        </p:txBody>
      </p:sp>
      <p:pic>
        <p:nvPicPr>
          <p:cNvPr id="6" name="Picture 5"/>
          <p:cNvPicPr>
            <a:picLocks noChangeAspect="1"/>
          </p:cNvPicPr>
          <p:nvPr/>
        </p:nvPicPr>
        <p:blipFill>
          <a:blip r:embed="rId2"/>
          <a:stretch>
            <a:fillRect/>
          </a:stretch>
        </p:blipFill>
        <p:spPr>
          <a:xfrm>
            <a:off x="165411" y="249160"/>
            <a:ext cx="1981200" cy="828675"/>
          </a:xfrm>
          <a:prstGeom prst="rect">
            <a:avLst/>
          </a:prstGeom>
        </p:spPr>
      </p:pic>
      <p:sp>
        <p:nvSpPr>
          <p:cNvPr id="2" name="TextBox 1">
            <a:extLst>
              <a:ext uri="{FF2B5EF4-FFF2-40B4-BE49-F238E27FC236}">
                <a16:creationId xmlns:a16="http://schemas.microsoft.com/office/drawing/2014/main" id="{5054C95B-5AEF-F327-5EAA-0A9BAAAEFDD1}"/>
              </a:ext>
            </a:extLst>
          </p:cNvPr>
          <p:cNvSpPr txBox="1"/>
          <p:nvPr/>
        </p:nvSpPr>
        <p:spPr>
          <a:xfrm>
            <a:off x="2146611" y="613177"/>
            <a:ext cx="7129221" cy="646331"/>
          </a:xfrm>
          <a:prstGeom prst="rect">
            <a:avLst/>
          </a:prstGeom>
          <a:noFill/>
        </p:spPr>
        <p:txBody>
          <a:bodyPr wrap="square">
            <a:spAutoFit/>
          </a:bodyPr>
          <a:lstStyle/>
          <a:p>
            <a:pPr algn="ctr"/>
            <a:r>
              <a:rPr lang="es-CR" sz="3600" b="1" dirty="0"/>
              <a:t>Características de la Plataforma</a:t>
            </a:r>
          </a:p>
        </p:txBody>
      </p:sp>
    </p:spTree>
    <p:extLst>
      <p:ext uri="{BB962C8B-B14F-4D97-AF65-F5344CB8AC3E}">
        <p14:creationId xmlns:p14="http://schemas.microsoft.com/office/powerpoint/2010/main" val="2986288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70404" y="238008"/>
            <a:ext cx="1981200" cy="828675"/>
          </a:xfrm>
          <a:prstGeom prst="rect">
            <a:avLst/>
          </a:prstGeom>
        </p:spPr>
      </p:pic>
      <p:sp>
        <p:nvSpPr>
          <p:cNvPr id="4" name="TextBox 3">
            <a:extLst>
              <a:ext uri="{FF2B5EF4-FFF2-40B4-BE49-F238E27FC236}">
                <a16:creationId xmlns:a16="http://schemas.microsoft.com/office/drawing/2014/main" id="{356704E9-622C-84FD-B4AA-E1575A924EF4}"/>
              </a:ext>
            </a:extLst>
          </p:cNvPr>
          <p:cNvSpPr txBox="1"/>
          <p:nvPr/>
        </p:nvSpPr>
        <p:spPr>
          <a:xfrm>
            <a:off x="2146611" y="613177"/>
            <a:ext cx="7129221" cy="646331"/>
          </a:xfrm>
          <a:prstGeom prst="rect">
            <a:avLst/>
          </a:prstGeom>
          <a:noFill/>
        </p:spPr>
        <p:txBody>
          <a:bodyPr wrap="square">
            <a:spAutoFit/>
          </a:bodyPr>
          <a:lstStyle/>
          <a:p>
            <a:pPr algn="ctr"/>
            <a:r>
              <a:rPr lang="es-CR" sz="3600" b="1" dirty="0"/>
              <a:t> Características del SMS</a:t>
            </a:r>
          </a:p>
        </p:txBody>
      </p:sp>
      <p:sp>
        <p:nvSpPr>
          <p:cNvPr id="8" name="Content Placeholder 2">
            <a:extLst>
              <a:ext uri="{FF2B5EF4-FFF2-40B4-BE49-F238E27FC236}">
                <a16:creationId xmlns:a16="http://schemas.microsoft.com/office/drawing/2014/main" id="{109890C3-564C-C89F-FDC2-B86E9C8F0051}"/>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r>
              <a:rPr lang="es-US" dirty="0"/>
              <a:t>Envío de mensajes de texto a diferentes países</a:t>
            </a:r>
          </a:p>
          <a:p>
            <a:pPr algn="just" fontAlgn="base"/>
            <a:r>
              <a:rPr lang="es-US" dirty="0"/>
              <a:t>Envío de mensajes largos (de más de 160 caracteres)</a:t>
            </a:r>
          </a:p>
          <a:p>
            <a:pPr algn="just" fontAlgn="base"/>
            <a:r>
              <a:rPr lang="es-US" dirty="0"/>
              <a:t>Rutas configurables con diferentes proveedores</a:t>
            </a:r>
          </a:p>
          <a:p>
            <a:pPr algn="just" fontAlgn="base"/>
            <a:r>
              <a:rPr lang="es-US" dirty="0"/>
              <a:t>Capacidad de envío de más de 100,000 SMS por hora</a:t>
            </a:r>
          </a:p>
          <a:p>
            <a:pPr algn="just" fontAlgn="base"/>
            <a:r>
              <a:rPr lang="es-US" dirty="0"/>
              <a:t>Posibilidad de contratar un número exclusivo en Costa Rica</a:t>
            </a:r>
          </a:p>
          <a:p>
            <a:pPr algn="just" fontAlgn="base"/>
            <a:r>
              <a:rPr lang="es-US" dirty="0"/>
              <a:t>Mensajes de Costa Rica utilizan ruta crítica</a:t>
            </a:r>
          </a:p>
          <a:p>
            <a:pPr algn="just" fontAlgn="base"/>
            <a:endParaRPr lang="es-US" dirty="0"/>
          </a:p>
          <a:p>
            <a:pPr marL="514350" indent="-514350">
              <a:buFont typeface="+mj-lt"/>
              <a:buAutoNum type="arabicPeriod"/>
            </a:pPr>
            <a:endParaRPr lang="en-US" dirty="0"/>
          </a:p>
        </p:txBody>
      </p:sp>
    </p:spTree>
    <p:extLst>
      <p:ext uri="{BB962C8B-B14F-4D97-AF65-F5344CB8AC3E}">
        <p14:creationId xmlns:p14="http://schemas.microsoft.com/office/powerpoint/2010/main" val="2949851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4709D-C7FC-261F-9FC6-8BE7742B2DD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33BE714-D046-42DA-EBBF-7B3CB0F19718}"/>
              </a:ext>
            </a:extLst>
          </p:cNvPr>
          <p:cNvPicPr>
            <a:picLocks noChangeAspect="1"/>
          </p:cNvPicPr>
          <p:nvPr/>
        </p:nvPicPr>
        <p:blipFill>
          <a:blip r:embed="rId2"/>
          <a:stretch>
            <a:fillRect/>
          </a:stretch>
        </p:blipFill>
        <p:spPr>
          <a:xfrm>
            <a:off x="170404" y="238008"/>
            <a:ext cx="1981200" cy="828675"/>
          </a:xfrm>
          <a:prstGeom prst="rect">
            <a:avLst/>
          </a:prstGeom>
        </p:spPr>
      </p:pic>
      <p:sp>
        <p:nvSpPr>
          <p:cNvPr id="9" name="TextBox 8">
            <a:extLst>
              <a:ext uri="{FF2B5EF4-FFF2-40B4-BE49-F238E27FC236}">
                <a16:creationId xmlns:a16="http://schemas.microsoft.com/office/drawing/2014/main" id="{ED3EAB9D-F869-171A-67BE-9D6FF3638763}"/>
              </a:ext>
            </a:extLst>
          </p:cNvPr>
          <p:cNvSpPr txBox="1"/>
          <p:nvPr/>
        </p:nvSpPr>
        <p:spPr>
          <a:xfrm>
            <a:off x="2459605" y="584833"/>
            <a:ext cx="6096000" cy="646331"/>
          </a:xfrm>
          <a:prstGeom prst="rect">
            <a:avLst/>
          </a:prstGeom>
          <a:noFill/>
        </p:spPr>
        <p:txBody>
          <a:bodyPr wrap="square">
            <a:spAutoFit/>
          </a:bodyPr>
          <a:lstStyle/>
          <a:p>
            <a:pPr algn="ctr"/>
            <a:r>
              <a:rPr lang="es-CR" sz="3600" b="1" dirty="0"/>
              <a:t>WhatsApp</a:t>
            </a:r>
          </a:p>
        </p:txBody>
      </p:sp>
      <p:graphicFrame>
        <p:nvGraphicFramePr>
          <p:cNvPr id="12" name="Table 11">
            <a:extLst>
              <a:ext uri="{FF2B5EF4-FFF2-40B4-BE49-F238E27FC236}">
                <a16:creationId xmlns:a16="http://schemas.microsoft.com/office/drawing/2014/main" id="{AA4A5E23-6821-B6CA-355B-E81F52DE60E3}"/>
              </a:ext>
            </a:extLst>
          </p:cNvPr>
          <p:cNvGraphicFramePr>
            <a:graphicFrameLocks noGrp="1"/>
          </p:cNvGraphicFramePr>
          <p:nvPr>
            <p:extLst>
              <p:ext uri="{D42A27DB-BD31-4B8C-83A1-F6EECF244321}">
                <p14:modId xmlns:p14="http://schemas.microsoft.com/office/powerpoint/2010/main" val="3315722824"/>
              </p:ext>
            </p:extLst>
          </p:nvPr>
        </p:nvGraphicFramePr>
        <p:xfrm>
          <a:off x="325465" y="1484258"/>
          <a:ext cx="11515240" cy="3977640"/>
        </p:xfrm>
        <a:graphic>
          <a:graphicData uri="http://schemas.openxmlformats.org/drawingml/2006/table">
            <a:tbl>
              <a:tblPr firstRow="1" bandRow="1">
                <a:tableStyleId>{93296810-A885-4BE3-A3E7-6D5BEEA58F35}</a:tableStyleId>
              </a:tblPr>
              <a:tblGrid>
                <a:gridCol w="5543227">
                  <a:extLst>
                    <a:ext uri="{9D8B030D-6E8A-4147-A177-3AD203B41FA5}">
                      <a16:colId xmlns:a16="http://schemas.microsoft.com/office/drawing/2014/main" val="2552387911"/>
                    </a:ext>
                  </a:extLst>
                </a:gridCol>
                <a:gridCol w="1363850">
                  <a:extLst>
                    <a:ext uri="{9D8B030D-6E8A-4147-A177-3AD203B41FA5}">
                      <a16:colId xmlns:a16="http://schemas.microsoft.com/office/drawing/2014/main" val="3514702121"/>
                    </a:ext>
                  </a:extLst>
                </a:gridCol>
                <a:gridCol w="2283417">
                  <a:extLst>
                    <a:ext uri="{9D8B030D-6E8A-4147-A177-3AD203B41FA5}">
                      <a16:colId xmlns:a16="http://schemas.microsoft.com/office/drawing/2014/main" val="3172504450"/>
                    </a:ext>
                  </a:extLst>
                </a:gridCol>
                <a:gridCol w="2324746">
                  <a:extLst>
                    <a:ext uri="{9D8B030D-6E8A-4147-A177-3AD203B41FA5}">
                      <a16:colId xmlns:a16="http://schemas.microsoft.com/office/drawing/2014/main" val="3416302646"/>
                    </a:ext>
                  </a:extLst>
                </a:gridCol>
              </a:tblGrid>
              <a:tr h="370840">
                <a:tc>
                  <a:txBody>
                    <a:bodyPr/>
                    <a:lstStyle/>
                    <a:p>
                      <a:pPr algn="ctr"/>
                      <a:r>
                        <a:rPr lang="es-CR" sz="2800" dirty="0"/>
                        <a:t>Características</a:t>
                      </a:r>
                    </a:p>
                  </a:txBody>
                  <a:tcPr/>
                </a:tc>
                <a:tc>
                  <a:txBody>
                    <a:bodyPr/>
                    <a:lstStyle/>
                    <a:p>
                      <a:pPr algn="ctr"/>
                      <a:r>
                        <a:rPr lang="es-CR" dirty="0"/>
                        <a:t>WhatsApp Personal</a:t>
                      </a:r>
                    </a:p>
                  </a:txBody>
                  <a:tcPr/>
                </a:tc>
                <a:tc>
                  <a:txBody>
                    <a:bodyPr/>
                    <a:lstStyle/>
                    <a:p>
                      <a:pPr algn="ctr"/>
                      <a:r>
                        <a:rPr lang="es-CR"/>
                        <a:t>Business </a:t>
                      </a:r>
                      <a:r>
                        <a:rPr lang="es-CR" dirty="0"/>
                        <a:t>WEB WhatsApp</a:t>
                      </a:r>
                    </a:p>
                  </a:txBody>
                  <a:tcPr/>
                </a:tc>
                <a:tc>
                  <a:txBody>
                    <a:bodyPr/>
                    <a:lstStyle/>
                    <a:p>
                      <a:pPr algn="ctr"/>
                      <a:r>
                        <a:rPr lang="es-CR" dirty="0"/>
                        <a:t>WhatsApp Business API *META</a:t>
                      </a:r>
                    </a:p>
                  </a:txBody>
                  <a:tcPr/>
                </a:tc>
                <a:extLst>
                  <a:ext uri="{0D108BD9-81ED-4DB2-BD59-A6C34878D82A}">
                    <a16:rowId xmlns:a16="http://schemas.microsoft.com/office/drawing/2014/main" val="42729896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R" noProof="0" dirty="0"/>
                        <a:t>Envío y Recepción mensajes de texto</a:t>
                      </a:r>
                    </a:p>
                  </a:txBody>
                  <a:tcPr/>
                </a:tc>
                <a:tc>
                  <a:txBody>
                    <a:bodyPr/>
                    <a:lstStyle/>
                    <a:p>
                      <a:endParaRPr lang="es-CR" dirty="0"/>
                    </a:p>
                  </a:txBody>
                  <a:tcPr>
                    <a:solidFill>
                      <a:schemeClr val="bg1">
                        <a:lumMod val="95000"/>
                      </a:schemeClr>
                    </a:solidFill>
                  </a:tcPr>
                </a:tc>
                <a:tc>
                  <a:txBody>
                    <a:bodyPr/>
                    <a:lstStyle/>
                    <a:p>
                      <a:endParaRPr lang="es-CR" dirty="0"/>
                    </a:p>
                  </a:txBody>
                  <a:tcPr/>
                </a:tc>
                <a:tc>
                  <a:txBody>
                    <a:bodyPr/>
                    <a:lstStyle/>
                    <a:p>
                      <a:endParaRPr lang="es-CR" dirty="0"/>
                    </a:p>
                  </a:txBody>
                  <a:tcPr/>
                </a:tc>
                <a:extLst>
                  <a:ext uri="{0D108BD9-81ED-4DB2-BD59-A6C34878D82A}">
                    <a16:rowId xmlns:a16="http://schemas.microsoft.com/office/drawing/2014/main" val="15117793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R" noProof="0" dirty="0"/>
                        <a:t>Envío y Recepción mensajes multimedia</a:t>
                      </a:r>
                    </a:p>
                  </a:txBody>
                  <a:tcPr/>
                </a:tc>
                <a:tc>
                  <a:txBody>
                    <a:bodyPr/>
                    <a:lstStyle/>
                    <a:p>
                      <a:endParaRPr lang="es-CR" dirty="0"/>
                    </a:p>
                  </a:txBody>
                  <a:tcPr>
                    <a:solidFill>
                      <a:schemeClr val="bg1">
                        <a:lumMod val="95000"/>
                      </a:schemeClr>
                    </a:solidFill>
                  </a:tcPr>
                </a:tc>
                <a:tc>
                  <a:txBody>
                    <a:bodyPr/>
                    <a:lstStyle/>
                    <a:p>
                      <a:endParaRPr lang="es-CR" dirty="0"/>
                    </a:p>
                  </a:txBody>
                  <a:tcPr/>
                </a:tc>
                <a:tc>
                  <a:txBody>
                    <a:bodyPr/>
                    <a:lstStyle/>
                    <a:p>
                      <a:endParaRPr lang="es-CR" dirty="0"/>
                    </a:p>
                  </a:txBody>
                  <a:tcPr/>
                </a:tc>
                <a:extLst>
                  <a:ext uri="{0D108BD9-81ED-4DB2-BD59-A6C34878D82A}">
                    <a16:rowId xmlns:a16="http://schemas.microsoft.com/office/drawing/2014/main" val="319564213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R" noProof="0" dirty="0"/>
                        <a:t>No depende de un dispositivo activo</a:t>
                      </a:r>
                    </a:p>
                  </a:txBody>
                  <a:tcPr/>
                </a:tc>
                <a:tc>
                  <a:txBody>
                    <a:bodyPr/>
                    <a:lstStyle/>
                    <a:p>
                      <a:endParaRPr lang="es-CR" dirty="0"/>
                    </a:p>
                  </a:txBody>
                  <a:tcPr>
                    <a:solidFill>
                      <a:schemeClr val="bg1">
                        <a:lumMod val="95000"/>
                      </a:schemeClr>
                    </a:solidFill>
                  </a:tcPr>
                </a:tc>
                <a:tc>
                  <a:txBody>
                    <a:bodyPr/>
                    <a:lstStyle/>
                    <a:p>
                      <a:endParaRPr lang="es-CR" dirty="0"/>
                    </a:p>
                  </a:txBody>
                  <a:tcPr/>
                </a:tc>
                <a:tc>
                  <a:txBody>
                    <a:bodyPr/>
                    <a:lstStyle/>
                    <a:p>
                      <a:endParaRPr lang="es-CR" dirty="0"/>
                    </a:p>
                  </a:txBody>
                  <a:tcPr/>
                </a:tc>
                <a:extLst>
                  <a:ext uri="{0D108BD9-81ED-4DB2-BD59-A6C34878D82A}">
                    <a16:rowId xmlns:a16="http://schemas.microsoft.com/office/drawing/2014/main" val="225667280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R" noProof="0" dirty="0" err="1"/>
                        <a:t>Multi-usuario</a:t>
                      </a:r>
                      <a:endParaRPr lang="es-CR" noProof="0" dirty="0"/>
                    </a:p>
                  </a:txBody>
                  <a:tcPr/>
                </a:tc>
                <a:tc>
                  <a:txBody>
                    <a:bodyPr/>
                    <a:lstStyle/>
                    <a:p>
                      <a:endParaRPr lang="es-CR" dirty="0"/>
                    </a:p>
                  </a:txBody>
                  <a:tcPr>
                    <a:solidFill>
                      <a:schemeClr val="bg1">
                        <a:lumMod val="95000"/>
                      </a:schemeClr>
                    </a:solidFill>
                  </a:tcPr>
                </a:tc>
                <a:tc>
                  <a:txBody>
                    <a:bodyPr/>
                    <a:lstStyle/>
                    <a:p>
                      <a:endParaRPr lang="es-CR" dirty="0"/>
                    </a:p>
                  </a:txBody>
                  <a:tcPr/>
                </a:tc>
                <a:tc>
                  <a:txBody>
                    <a:bodyPr/>
                    <a:lstStyle/>
                    <a:p>
                      <a:endParaRPr lang="es-CR" dirty="0"/>
                    </a:p>
                  </a:txBody>
                  <a:tcPr/>
                </a:tc>
                <a:extLst>
                  <a:ext uri="{0D108BD9-81ED-4DB2-BD59-A6C34878D82A}">
                    <a16:rowId xmlns:a16="http://schemas.microsoft.com/office/drawing/2014/main" val="1092215168"/>
                  </a:ext>
                </a:extLst>
              </a:tr>
              <a:tr h="370840">
                <a:tc>
                  <a:txBody>
                    <a:bodyPr/>
                    <a:lstStyle/>
                    <a:p>
                      <a:r>
                        <a:rPr lang="es-CR" noProof="0" dirty="0" err="1"/>
                        <a:t>Templates</a:t>
                      </a:r>
                      <a:r>
                        <a:rPr lang="es-CR" noProof="0" dirty="0"/>
                        <a:t> aprobados</a:t>
                      </a:r>
                    </a:p>
                  </a:txBody>
                  <a:tcPr/>
                </a:tc>
                <a:tc>
                  <a:txBody>
                    <a:bodyPr/>
                    <a:lstStyle/>
                    <a:p>
                      <a:endParaRPr lang="es-CR" dirty="0"/>
                    </a:p>
                  </a:txBody>
                  <a:tcPr>
                    <a:solidFill>
                      <a:schemeClr val="bg1">
                        <a:lumMod val="95000"/>
                      </a:schemeClr>
                    </a:solidFill>
                  </a:tcPr>
                </a:tc>
                <a:tc>
                  <a:txBody>
                    <a:bodyPr/>
                    <a:lstStyle/>
                    <a:p>
                      <a:endParaRPr lang="es-CR" dirty="0"/>
                    </a:p>
                  </a:txBody>
                  <a:tcPr/>
                </a:tc>
                <a:tc>
                  <a:txBody>
                    <a:bodyPr/>
                    <a:lstStyle/>
                    <a:p>
                      <a:endParaRPr lang="es-CR" dirty="0"/>
                    </a:p>
                  </a:txBody>
                  <a:tcPr/>
                </a:tc>
                <a:extLst>
                  <a:ext uri="{0D108BD9-81ED-4DB2-BD59-A6C34878D82A}">
                    <a16:rowId xmlns:a16="http://schemas.microsoft.com/office/drawing/2014/main" val="506663788"/>
                  </a:ext>
                </a:extLst>
              </a:tr>
              <a:tr h="370840">
                <a:tc>
                  <a:txBody>
                    <a:bodyPr/>
                    <a:lstStyle/>
                    <a:p>
                      <a:r>
                        <a:rPr lang="es-CR" noProof="0" dirty="0"/>
                        <a:t>Validación de emisor</a:t>
                      </a:r>
                    </a:p>
                  </a:txBody>
                  <a:tcPr/>
                </a:tc>
                <a:tc>
                  <a:txBody>
                    <a:bodyPr/>
                    <a:lstStyle/>
                    <a:p>
                      <a:endParaRPr lang="es-CR" dirty="0"/>
                    </a:p>
                  </a:txBody>
                  <a:tcPr>
                    <a:solidFill>
                      <a:schemeClr val="bg1">
                        <a:lumMod val="95000"/>
                      </a:schemeClr>
                    </a:solidFill>
                  </a:tcPr>
                </a:tc>
                <a:tc>
                  <a:txBody>
                    <a:bodyPr/>
                    <a:lstStyle/>
                    <a:p>
                      <a:endParaRPr lang="es-CR" dirty="0"/>
                    </a:p>
                  </a:txBody>
                  <a:tcPr/>
                </a:tc>
                <a:tc>
                  <a:txBody>
                    <a:bodyPr/>
                    <a:lstStyle/>
                    <a:p>
                      <a:endParaRPr lang="es-CR" dirty="0"/>
                    </a:p>
                  </a:txBody>
                  <a:tcPr/>
                </a:tc>
                <a:extLst>
                  <a:ext uri="{0D108BD9-81ED-4DB2-BD59-A6C34878D82A}">
                    <a16:rowId xmlns:a16="http://schemas.microsoft.com/office/drawing/2014/main" val="86864841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R" noProof="0" dirty="0"/>
                        <a:t>Envío masivos</a:t>
                      </a:r>
                    </a:p>
                  </a:txBody>
                  <a:tcPr/>
                </a:tc>
                <a:tc>
                  <a:txBody>
                    <a:bodyPr/>
                    <a:lstStyle/>
                    <a:p>
                      <a:endParaRPr lang="es-CR" dirty="0"/>
                    </a:p>
                  </a:txBody>
                  <a:tcPr>
                    <a:solidFill>
                      <a:schemeClr val="bg1">
                        <a:lumMod val="95000"/>
                      </a:schemeClr>
                    </a:solidFill>
                  </a:tcPr>
                </a:tc>
                <a:tc>
                  <a:txBody>
                    <a:bodyPr/>
                    <a:lstStyle/>
                    <a:p>
                      <a:endParaRPr lang="es-CR" dirty="0"/>
                    </a:p>
                  </a:txBody>
                  <a:tcPr/>
                </a:tc>
                <a:tc>
                  <a:txBody>
                    <a:bodyPr/>
                    <a:lstStyle/>
                    <a:p>
                      <a:endParaRPr lang="es-CR" dirty="0"/>
                    </a:p>
                  </a:txBody>
                  <a:tcPr/>
                </a:tc>
                <a:extLst>
                  <a:ext uri="{0D108BD9-81ED-4DB2-BD59-A6C34878D82A}">
                    <a16:rowId xmlns:a16="http://schemas.microsoft.com/office/drawing/2014/main" val="113898826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R" noProof="0" dirty="0"/>
                        <a:t>Integración con sistemas</a:t>
                      </a:r>
                    </a:p>
                  </a:txBody>
                  <a:tcPr/>
                </a:tc>
                <a:tc>
                  <a:txBody>
                    <a:bodyPr/>
                    <a:lstStyle/>
                    <a:p>
                      <a:endParaRPr lang="es-CR" dirty="0"/>
                    </a:p>
                  </a:txBody>
                  <a:tcPr>
                    <a:solidFill>
                      <a:schemeClr val="bg1">
                        <a:lumMod val="95000"/>
                      </a:schemeClr>
                    </a:solidFill>
                  </a:tcPr>
                </a:tc>
                <a:tc>
                  <a:txBody>
                    <a:bodyPr/>
                    <a:lstStyle/>
                    <a:p>
                      <a:endParaRPr lang="es-CR" dirty="0"/>
                    </a:p>
                  </a:txBody>
                  <a:tcPr/>
                </a:tc>
                <a:tc>
                  <a:txBody>
                    <a:bodyPr/>
                    <a:lstStyle/>
                    <a:p>
                      <a:endParaRPr lang="es-CR" dirty="0"/>
                    </a:p>
                  </a:txBody>
                  <a:tcPr/>
                </a:tc>
                <a:extLst>
                  <a:ext uri="{0D108BD9-81ED-4DB2-BD59-A6C34878D82A}">
                    <a16:rowId xmlns:a16="http://schemas.microsoft.com/office/drawing/2014/main" val="17154239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R" noProof="0" dirty="0"/>
                        <a:t>Sin bloqueo por parte de Meta</a:t>
                      </a:r>
                    </a:p>
                  </a:txBody>
                  <a:tcPr/>
                </a:tc>
                <a:tc>
                  <a:txBody>
                    <a:bodyPr/>
                    <a:lstStyle/>
                    <a:p>
                      <a:endParaRPr lang="es-CR" dirty="0"/>
                    </a:p>
                  </a:txBody>
                  <a:tcPr>
                    <a:solidFill>
                      <a:schemeClr val="bg1">
                        <a:lumMod val="95000"/>
                      </a:schemeClr>
                    </a:solidFill>
                  </a:tcPr>
                </a:tc>
                <a:tc>
                  <a:txBody>
                    <a:bodyPr/>
                    <a:lstStyle/>
                    <a:p>
                      <a:endParaRPr lang="es-CR" dirty="0"/>
                    </a:p>
                  </a:txBody>
                  <a:tcPr/>
                </a:tc>
                <a:tc>
                  <a:txBody>
                    <a:bodyPr/>
                    <a:lstStyle/>
                    <a:p>
                      <a:endParaRPr lang="es-CR" dirty="0"/>
                    </a:p>
                  </a:txBody>
                  <a:tcPr/>
                </a:tc>
                <a:extLst>
                  <a:ext uri="{0D108BD9-81ED-4DB2-BD59-A6C34878D82A}">
                    <a16:rowId xmlns:a16="http://schemas.microsoft.com/office/drawing/2014/main" val="4004952074"/>
                  </a:ext>
                </a:extLst>
              </a:tr>
            </a:tbl>
          </a:graphicData>
        </a:graphic>
      </p:graphicFrame>
      <p:pic>
        <p:nvPicPr>
          <p:cNvPr id="1032" name="Picture 8" descr="whatsapp icon">
            <a:extLst>
              <a:ext uri="{FF2B5EF4-FFF2-40B4-BE49-F238E27FC236}">
                <a16:creationId xmlns:a16="http://schemas.microsoft.com/office/drawing/2014/main" id="{3376F00A-E046-1875-ED2B-574F68E3E1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2618" y="211187"/>
            <a:ext cx="892742" cy="892742"/>
          </a:xfrm>
          <a:prstGeom prst="rect">
            <a:avLst/>
          </a:prstGeom>
          <a:noFill/>
          <a:extLst>
            <a:ext uri="{909E8E84-426E-40DD-AFC4-6F175D3DCCD1}">
              <a14:hiddenFill xmlns:a14="http://schemas.microsoft.com/office/drawing/2010/main">
                <a:solidFill>
                  <a:srgbClr val="FFFFFF"/>
                </a:solidFill>
              </a14:hiddenFill>
            </a:ext>
          </a:extLst>
        </p:spPr>
      </p:pic>
      <p:pic>
        <p:nvPicPr>
          <p:cNvPr id="24" name="Graphic 23" descr="Checkmark with solid fill">
            <a:extLst>
              <a:ext uri="{FF2B5EF4-FFF2-40B4-BE49-F238E27FC236}">
                <a16:creationId xmlns:a16="http://schemas.microsoft.com/office/drawing/2014/main" id="{F00C0EB9-DCC6-3B62-4B8B-AB7F05A223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33433" y="2883544"/>
            <a:ext cx="331100" cy="331100"/>
          </a:xfrm>
          <a:prstGeom prst="rect">
            <a:avLst/>
          </a:prstGeom>
        </p:spPr>
      </p:pic>
      <p:pic>
        <p:nvPicPr>
          <p:cNvPr id="26" name="Graphic 25" descr="Close with solid fill">
            <a:extLst>
              <a:ext uri="{FF2B5EF4-FFF2-40B4-BE49-F238E27FC236}">
                <a16:creationId xmlns:a16="http://schemas.microsoft.com/office/drawing/2014/main" id="{B58D0C4C-EB44-14CB-73E6-EE4C39024C6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78604" y="3641948"/>
            <a:ext cx="331100" cy="331100"/>
          </a:xfrm>
          <a:prstGeom prst="rect">
            <a:avLst/>
          </a:prstGeom>
        </p:spPr>
      </p:pic>
      <p:pic>
        <p:nvPicPr>
          <p:cNvPr id="27" name="Graphic 26" descr="Close with solid fill">
            <a:extLst>
              <a:ext uri="{FF2B5EF4-FFF2-40B4-BE49-F238E27FC236}">
                <a16:creationId xmlns:a16="http://schemas.microsoft.com/office/drawing/2014/main" id="{6116F89B-8C8F-08FD-5AD3-46ABC9D1E41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58329" y="3641948"/>
            <a:ext cx="331100" cy="331100"/>
          </a:xfrm>
          <a:prstGeom prst="rect">
            <a:avLst/>
          </a:prstGeom>
        </p:spPr>
      </p:pic>
      <p:pic>
        <p:nvPicPr>
          <p:cNvPr id="28" name="Graphic 27" descr="Checkmark with solid fill">
            <a:extLst>
              <a:ext uri="{FF2B5EF4-FFF2-40B4-BE49-F238E27FC236}">
                <a16:creationId xmlns:a16="http://schemas.microsoft.com/office/drawing/2014/main" id="{B6ED6750-BF6B-088D-CB23-525EF5EED9D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63138" y="3644819"/>
            <a:ext cx="331100" cy="331100"/>
          </a:xfrm>
          <a:prstGeom prst="rect">
            <a:avLst/>
          </a:prstGeom>
        </p:spPr>
      </p:pic>
      <p:pic>
        <p:nvPicPr>
          <p:cNvPr id="29" name="Graphic 28" descr="Checkmark with solid fill">
            <a:extLst>
              <a:ext uri="{FF2B5EF4-FFF2-40B4-BE49-F238E27FC236}">
                <a16:creationId xmlns:a16="http://schemas.microsoft.com/office/drawing/2014/main" id="{654175BF-4C53-3C3E-B348-2E04273A52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58329" y="3262986"/>
            <a:ext cx="331100" cy="331100"/>
          </a:xfrm>
          <a:prstGeom prst="rect">
            <a:avLst/>
          </a:prstGeom>
        </p:spPr>
      </p:pic>
      <p:pic>
        <p:nvPicPr>
          <p:cNvPr id="31" name="Graphic 30" descr="Close with solid fill">
            <a:extLst>
              <a:ext uri="{FF2B5EF4-FFF2-40B4-BE49-F238E27FC236}">
                <a16:creationId xmlns:a16="http://schemas.microsoft.com/office/drawing/2014/main" id="{946B1CBC-995A-75CA-95AC-02BDCA4E60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78604" y="3270822"/>
            <a:ext cx="331100" cy="331100"/>
          </a:xfrm>
          <a:prstGeom prst="rect">
            <a:avLst/>
          </a:prstGeom>
        </p:spPr>
      </p:pic>
      <p:pic>
        <p:nvPicPr>
          <p:cNvPr id="32" name="Graphic 31" descr="Close with solid fill">
            <a:extLst>
              <a:ext uri="{FF2B5EF4-FFF2-40B4-BE49-F238E27FC236}">
                <a16:creationId xmlns:a16="http://schemas.microsoft.com/office/drawing/2014/main" id="{4EE77CC7-4228-5F35-6097-6E9896FC37D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78604" y="4013534"/>
            <a:ext cx="331100" cy="331100"/>
          </a:xfrm>
          <a:prstGeom prst="rect">
            <a:avLst/>
          </a:prstGeom>
        </p:spPr>
      </p:pic>
      <p:pic>
        <p:nvPicPr>
          <p:cNvPr id="33" name="Graphic 32" descr="Checkmark with solid fill">
            <a:extLst>
              <a:ext uri="{FF2B5EF4-FFF2-40B4-BE49-F238E27FC236}">
                <a16:creationId xmlns:a16="http://schemas.microsoft.com/office/drawing/2014/main" id="{994E8B1F-6B68-478D-DB1C-C0EF80EAEFF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58329" y="4038728"/>
            <a:ext cx="331100" cy="331100"/>
          </a:xfrm>
          <a:prstGeom prst="rect">
            <a:avLst/>
          </a:prstGeom>
        </p:spPr>
      </p:pic>
      <p:pic>
        <p:nvPicPr>
          <p:cNvPr id="34" name="Graphic 33" descr="Checkmark with solid fill">
            <a:extLst>
              <a:ext uri="{FF2B5EF4-FFF2-40B4-BE49-F238E27FC236}">
                <a16:creationId xmlns:a16="http://schemas.microsoft.com/office/drawing/2014/main" id="{72E1FCD7-8570-1E06-8E33-047CE83475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63138" y="4025244"/>
            <a:ext cx="331100" cy="331100"/>
          </a:xfrm>
          <a:prstGeom prst="rect">
            <a:avLst/>
          </a:prstGeom>
        </p:spPr>
      </p:pic>
      <p:pic>
        <p:nvPicPr>
          <p:cNvPr id="36" name="Graphic 35" descr="Checkmark with solid fill">
            <a:extLst>
              <a:ext uri="{FF2B5EF4-FFF2-40B4-BE49-F238E27FC236}">
                <a16:creationId xmlns:a16="http://schemas.microsoft.com/office/drawing/2014/main" id="{3A7EB447-E44E-F1C9-978A-92B59A46742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39894" y="3235275"/>
            <a:ext cx="331100" cy="331100"/>
          </a:xfrm>
          <a:prstGeom prst="rect">
            <a:avLst/>
          </a:prstGeom>
        </p:spPr>
      </p:pic>
      <p:pic>
        <p:nvPicPr>
          <p:cNvPr id="37" name="Graphic 36" descr="Close with solid fill">
            <a:extLst>
              <a:ext uri="{FF2B5EF4-FFF2-40B4-BE49-F238E27FC236}">
                <a16:creationId xmlns:a16="http://schemas.microsoft.com/office/drawing/2014/main" id="{B6ECB3D3-F5CB-FE38-BE3E-556D193691B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78604" y="4400901"/>
            <a:ext cx="331100" cy="331100"/>
          </a:xfrm>
          <a:prstGeom prst="rect">
            <a:avLst/>
          </a:prstGeom>
        </p:spPr>
      </p:pic>
      <p:pic>
        <p:nvPicPr>
          <p:cNvPr id="38" name="Graphic 37" descr="Close with solid fill">
            <a:extLst>
              <a:ext uri="{FF2B5EF4-FFF2-40B4-BE49-F238E27FC236}">
                <a16:creationId xmlns:a16="http://schemas.microsoft.com/office/drawing/2014/main" id="{2D26943C-025C-F4BE-6342-3AB32B93EA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78604" y="4762876"/>
            <a:ext cx="331100" cy="331100"/>
          </a:xfrm>
          <a:prstGeom prst="rect">
            <a:avLst/>
          </a:prstGeom>
        </p:spPr>
      </p:pic>
      <p:pic>
        <p:nvPicPr>
          <p:cNvPr id="39" name="Graphic 38" descr="Checkmark with solid fill">
            <a:extLst>
              <a:ext uri="{FF2B5EF4-FFF2-40B4-BE49-F238E27FC236}">
                <a16:creationId xmlns:a16="http://schemas.microsoft.com/office/drawing/2014/main" id="{BD0A2738-4F9B-DB03-9D34-303CD92CEB2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160911" y="4389454"/>
            <a:ext cx="331100" cy="331100"/>
          </a:xfrm>
          <a:prstGeom prst="rect">
            <a:avLst/>
          </a:prstGeom>
        </p:spPr>
      </p:pic>
      <p:pic>
        <p:nvPicPr>
          <p:cNvPr id="40" name="Graphic 39" descr="Checkmark with solid fill">
            <a:extLst>
              <a:ext uri="{FF2B5EF4-FFF2-40B4-BE49-F238E27FC236}">
                <a16:creationId xmlns:a16="http://schemas.microsoft.com/office/drawing/2014/main" id="{EFFE6BD3-2C6D-2760-AF84-9316CCA74F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39894" y="4365354"/>
            <a:ext cx="331100" cy="331100"/>
          </a:xfrm>
          <a:prstGeom prst="rect">
            <a:avLst/>
          </a:prstGeom>
        </p:spPr>
      </p:pic>
      <p:pic>
        <p:nvPicPr>
          <p:cNvPr id="41" name="Graphic 40" descr="Checkmark with solid fill">
            <a:extLst>
              <a:ext uri="{FF2B5EF4-FFF2-40B4-BE49-F238E27FC236}">
                <a16:creationId xmlns:a16="http://schemas.microsoft.com/office/drawing/2014/main" id="{B02BA7E4-099E-5614-5D41-15E61C9E2D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39894" y="4729564"/>
            <a:ext cx="331100" cy="331100"/>
          </a:xfrm>
          <a:prstGeom prst="rect">
            <a:avLst/>
          </a:prstGeom>
        </p:spPr>
      </p:pic>
      <p:pic>
        <p:nvPicPr>
          <p:cNvPr id="42" name="Graphic 41" descr="Checkmark with solid fill">
            <a:extLst>
              <a:ext uri="{FF2B5EF4-FFF2-40B4-BE49-F238E27FC236}">
                <a16:creationId xmlns:a16="http://schemas.microsoft.com/office/drawing/2014/main" id="{09E431C0-28AE-4440-9332-EAC1B78E022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58329" y="4740180"/>
            <a:ext cx="331100" cy="331100"/>
          </a:xfrm>
          <a:prstGeom prst="rect">
            <a:avLst/>
          </a:prstGeom>
        </p:spPr>
      </p:pic>
      <p:pic>
        <p:nvPicPr>
          <p:cNvPr id="5" name="Graphic 4" descr="Checkmark with solid fill">
            <a:extLst>
              <a:ext uri="{FF2B5EF4-FFF2-40B4-BE49-F238E27FC236}">
                <a16:creationId xmlns:a16="http://schemas.microsoft.com/office/drawing/2014/main" id="{9D6CDF5B-4174-44F3-1783-9F9CD48ED18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58329" y="2529328"/>
            <a:ext cx="331100" cy="331100"/>
          </a:xfrm>
          <a:prstGeom prst="rect">
            <a:avLst/>
          </a:prstGeom>
        </p:spPr>
      </p:pic>
      <p:pic>
        <p:nvPicPr>
          <p:cNvPr id="6" name="Graphic 5" descr="Checkmark with solid fill">
            <a:extLst>
              <a:ext uri="{FF2B5EF4-FFF2-40B4-BE49-F238E27FC236}">
                <a16:creationId xmlns:a16="http://schemas.microsoft.com/office/drawing/2014/main" id="{9D858BEF-0536-F051-ECEF-4C8CC018A4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78604" y="2526730"/>
            <a:ext cx="331100" cy="331100"/>
          </a:xfrm>
          <a:prstGeom prst="rect">
            <a:avLst/>
          </a:prstGeom>
        </p:spPr>
      </p:pic>
      <p:pic>
        <p:nvPicPr>
          <p:cNvPr id="8" name="Graphic 7" descr="Checkmark with solid fill">
            <a:extLst>
              <a:ext uri="{FF2B5EF4-FFF2-40B4-BE49-F238E27FC236}">
                <a16:creationId xmlns:a16="http://schemas.microsoft.com/office/drawing/2014/main" id="{7E2F8A8E-1BC3-882C-4AC6-0B8C1C600A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39894" y="2531814"/>
            <a:ext cx="331100" cy="331100"/>
          </a:xfrm>
          <a:prstGeom prst="rect">
            <a:avLst/>
          </a:prstGeom>
        </p:spPr>
      </p:pic>
      <p:pic>
        <p:nvPicPr>
          <p:cNvPr id="10" name="Graphic 9" descr="Checkmark with solid fill">
            <a:extLst>
              <a:ext uri="{FF2B5EF4-FFF2-40B4-BE49-F238E27FC236}">
                <a16:creationId xmlns:a16="http://schemas.microsoft.com/office/drawing/2014/main" id="{70934EB7-C82B-BE40-3CA2-E53F1C6898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71243" y="2165118"/>
            <a:ext cx="331100" cy="331100"/>
          </a:xfrm>
          <a:prstGeom prst="rect">
            <a:avLst/>
          </a:prstGeom>
        </p:spPr>
      </p:pic>
      <p:pic>
        <p:nvPicPr>
          <p:cNvPr id="11" name="Graphic 10" descr="Checkmark with solid fill">
            <a:extLst>
              <a:ext uri="{FF2B5EF4-FFF2-40B4-BE49-F238E27FC236}">
                <a16:creationId xmlns:a16="http://schemas.microsoft.com/office/drawing/2014/main" id="{20284B4C-9BB7-E23F-6B58-3398F29CE6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91518" y="2162520"/>
            <a:ext cx="331100" cy="331100"/>
          </a:xfrm>
          <a:prstGeom prst="rect">
            <a:avLst/>
          </a:prstGeom>
        </p:spPr>
      </p:pic>
      <p:pic>
        <p:nvPicPr>
          <p:cNvPr id="13" name="Graphic 12" descr="Checkmark with solid fill">
            <a:extLst>
              <a:ext uri="{FF2B5EF4-FFF2-40B4-BE49-F238E27FC236}">
                <a16:creationId xmlns:a16="http://schemas.microsoft.com/office/drawing/2014/main" id="{2CBABE8A-E94E-8ABB-9946-BB8C75566E6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52808" y="2167604"/>
            <a:ext cx="331100" cy="331100"/>
          </a:xfrm>
          <a:prstGeom prst="rect">
            <a:avLst/>
          </a:prstGeom>
        </p:spPr>
      </p:pic>
      <p:sp>
        <p:nvSpPr>
          <p:cNvPr id="17" name="Rectangle: Rounded Corners 16">
            <a:extLst>
              <a:ext uri="{FF2B5EF4-FFF2-40B4-BE49-F238E27FC236}">
                <a16:creationId xmlns:a16="http://schemas.microsoft.com/office/drawing/2014/main" id="{11860C34-04B5-4DC9-CBC3-807DACF0E6F3}"/>
              </a:ext>
            </a:extLst>
          </p:cNvPr>
          <p:cNvSpPr/>
          <p:nvPr/>
        </p:nvSpPr>
        <p:spPr>
          <a:xfrm>
            <a:off x="543496" y="5574221"/>
            <a:ext cx="5835108" cy="1051892"/>
          </a:xfrm>
          <a:prstGeom prst="roundRect">
            <a:avLst/>
          </a:prstGeom>
          <a:solidFill>
            <a:schemeClr val="bg1">
              <a:lumMod val="8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R" dirty="0">
                <a:solidFill>
                  <a:schemeClr val="tx1"/>
                </a:solidFill>
              </a:rPr>
              <a:t>Simbología</a:t>
            </a:r>
          </a:p>
          <a:p>
            <a:pPr algn="ctr"/>
            <a:endParaRPr lang="es-CR" dirty="0">
              <a:solidFill>
                <a:schemeClr val="tx1"/>
              </a:solidFill>
            </a:endParaRPr>
          </a:p>
          <a:p>
            <a:pPr algn="ctr"/>
            <a:endParaRPr lang="es-CR" dirty="0">
              <a:solidFill>
                <a:schemeClr val="tx1"/>
              </a:solidFill>
            </a:endParaRPr>
          </a:p>
        </p:txBody>
      </p:sp>
      <p:grpSp>
        <p:nvGrpSpPr>
          <p:cNvPr id="22" name="Group 21">
            <a:extLst>
              <a:ext uri="{FF2B5EF4-FFF2-40B4-BE49-F238E27FC236}">
                <a16:creationId xmlns:a16="http://schemas.microsoft.com/office/drawing/2014/main" id="{032341AC-1CB7-7E87-8849-F20282092BC9}"/>
              </a:ext>
            </a:extLst>
          </p:cNvPr>
          <p:cNvGrpSpPr/>
          <p:nvPr/>
        </p:nvGrpSpPr>
        <p:grpSpPr>
          <a:xfrm>
            <a:off x="885204" y="5953333"/>
            <a:ext cx="2023141" cy="307777"/>
            <a:chOff x="7306668" y="5460181"/>
            <a:chExt cx="2023141" cy="307777"/>
          </a:xfrm>
        </p:grpSpPr>
        <p:pic>
          <p:nvPicPr>
            <p:cNvPr id="18" name="Graphic 17" descr="Checkmark with solid fill">
              <a:extLst>
                <a:ext uri="{FF2B5EF4-FFF2-40B4-BE49-F238E27FC236}">
                  <a16:creationId xmlns:a16="http://schemas.microsoft.com/office/drawing/2014/main" id="{AA3887FA-771B-2DE5-6FE3-9A1D60B32F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6668" y="5517638"/>
              <a:ext cx="221032" cy="221032"/>
            </a:xfrm>
            <a:prstGeom prst="rect">
              <a:avLst/>
            </a:prstGeom>
          </p:spPr>
        </p:pic>
        <p:sp>
          <p:nvSpPr>
            <p:cNvPr id="20" name="TextBox 19">
              <a:extLst>
                <a:ext uri="{FF2B5EF4-FFF2-40B4-BE49-F238E27FC236}">
                  <a16:creationId xmlns:a16="http://schemas.microsoft.com/office/drawing/2014/main" id="{484753B1-0DCD-CD50-E31B-F2036C204DD3}"/>
                </a:ext>
              </a:extLst>
            </p:cNvPr>
            <p:cNvSpPr txBox="1"/>
            <p:nvPr/>
          </p:nvSpPr>
          <p:spPr>
            <a:xfrm>
              <a:off x="7476929" y="5460181"/>
              <a:ext cx="1852880" cy="307777"/>
            </a:xfrm>
            <a:prstGeom prst="rect">
              <a:avLst/>
            </a:prstGeom>
            <a:noFill/>
          </p:spPr>
          <p:txBody>
            <a:bodyPr wrap="none" rtlCol="0">
              <a:spAutoFit/>
            </a:bodyPr>
            <a:lstStyle/>
            <a:p>
              <a:r>
                <a:rPr lang="es-CR" sz="1400" dirty="0"/>
                <a:t>Si cuenta con la opción</a:t>
              </a:r>
            </a:p>
          </p:txBody>
        </p:sp>
      </p:grpSp>
      <p:grpSp>
        <p:nvGrpSpPr>
          <p:cNvPr id="23" name="Group 22">
            <a:extLst>
              <a:ext uri="{FF2B5EF4-FFF2-40B4-BE49-F238E27FC236}">
                <a16:creationId xmlns:a16="http://schemas.microsoft.com/office/drawing/2014/main" id="{E3DFAC51-5631-A80D-2ADB-CAA2C3A8C44A}"/>
              </a:ext>
            </a:extLst>
          </p:cNvPr>
          <p:cNvGrpSpPr/>
          <p:nvPr/>
        </p:nvGrpSpPr>
        <p:grpSpPr>
          <a:xfrm>
            <a:off x="885204" y="6204097"/>
            <a:ext cx="2109703" cy="307777"/>
            <a:chOff x="7248328" y="5909230"/>
            <a:chExt cx="2109703" cy="307777"/>
          </a:xfrm>
        </p:grpSpPr>
        <p:pic>
          <p:nvPicPr>
            <p:cNvPr id="15" name="Graphic 14" descr="Close with solid fill">
              <a:extLst>
                <a:ext uri="{FF2B5EF4-FFF2-40B4-BE49-F238E27FC236}">
                  <a16:creationId xmlns:a16="http://schemas.microsoft.com/office/drawing/2014/main" id="{4D911DD3-A94C-8BDC-BF46-EB1C69522E3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8328" y="5946299"/>
              <a:ext cx="221032" cy="221032"/>
            </a:xfrm>
            <a:prstGeom prst="rect">
              <a:avLst/>
            </a:prstGeom>
          </p:spPr>
        </p:pic>
        <p:sp>
          <p:nvSpPr>
            <p:cNvPr id="21" name="TextBox 20">
              <a:extLst>
                <a:ext uri="{FF2B5EF4-FFF2-40B4-BE49-F238E27FC236}">
                  <a16:creationId xmlns:a16="http://schemas.microsoft.com/office/drawing/2014/main" id="{A51313E7-C7A8-21F4-0374-8404ED41FF38}"/>
                </a:ext>
              </a:extLst>
            </p:cNvPr>
            <p:cNvSpPr txBox="1"/>
            <p:nvPr/>
          </p:nvSpPr>
          <p:spPr>
            <a:xfrm>
              <a:off x="7418589" y="5909230"/>
              <a:ext cx="1939442" cy="307777"/>
            </a:xfrm>
            <a:prstGeom prst="rect">
              <a:avLst/>
            </a:prstGeom>
            <a:noFill/>
          </p:spPr>
          <p:txBody>
            <a:bodyPr wrap="none" rtlCol="0">
              <a:spAutoFit/>
            </a:bodyPr>
            <a:lstStyle/>
            <a:p>
              <a:r>
                <a:rPr lang="es-CR" sz="1400" dirty="0"/>
                <a:t>No cuenta con la opción</a:t>
              </a:r>
            </a:p>
          </p:txBody>
        </p:sp>
      </p:grpSp>
      <p:grpSp>
        <p:nvGrpSpPr>
          <p:cNvPr id="46" name="Group 45">
            <a:extLst>
              <a:ext uri="{FF2B5EF4-FFF2-40B4-BE49-F238E27FC236}">
                <a16:creationId xmlns:a16="http://schemas.microsoft.com/office/drawing/2014/main" id="{6C52FA82-1AE8-0802-A7A2-EC23BB1A4D85}"/>
              </a:ext>
            </a:extLst>
          </p:cNvPr>
          <p:cNvGrpSpPr/>
          <p:nvPr/>
        </p:nvGrpSpPr>
        <p:grpSpPr>
          <a:xfrm>
            <a:off x="3087373" y="5936025"/>
            <a:ext cx="3008692" cy="307777"/>
            <a:chOff x="7891950" y="5482819"/>
            <a:chExt cx="3008692" cy="307777"/>
          </a:xfrm>
        </p:grpSpPr>
        <p:pic>
          <p:nvPicPr>
            <p:cNvPr id="44" name="Graphic 43" descr="Checkmark with solid fill">
              <a:extLst>
                <a:ext uri="{FF2B5EF4-FFF2-40B4-BE49-F238E27FC236}">
                  <a16:creationId xmlns:a16="http://schemas.microsoft.com/office/drawing/2014/main" id="{F9193EA5-5F3F-E6C0-92B4-339877F5893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891950" y="5549796"/>
              <a:ext cx="209463" cy="209463"/>
            </a:xfrm>
            <a:prstGeom prst="rect">
              <a:avLst/>
            </a:prstGeom>
          </p:spPr>
        </p:pic>
        <p:sp>
          <p:nvSpPr>
            <p:cNvPr id="45" name="TextBox 44">
              <a:extLst>
                <a:ext uri="{FF2B5EF4-FFF2-40B4-BE49-F238E27FC236}">
                  <a16:creationId xmlns:a16="http://schemas.microsoft.com/office/drawing/2014/main" id="{B72F7EB0-4890-A7B7-4D55-F046A28EF444}"/>
                </a:ext>
              </a:extLst>
            </p:cNvPr>
            <p:cNvSpPr txBox="1"/>
            <p:nvPr/>
          </p:nvSpPr>
          <p:spPr>
            <a:xfrm>
              <a:off x="8095450" y="5482819"/>
              <a:ext cx="2805192" cy="307777"/>
            </a:xfrm>
            <a:prstGeom prst="rect">
              <a:avLst/>
            </a:prstGeom>
            <a:noFill/>
          </p:spPr>
          <p:txBody>
            <a:bodyPr wrap="none" rtlCol="0">
              <a:spAutoFit/>
            </a:bodyPr>
            <a:lstStyle/>
            <a:p>
              <a:r>
                <a:rPr lang="es-CR" sz="1400" dirty="0"/>
                <a:t>Variable dependiendo del escenario</a:t>
              </a:r>
            </a:p>
          </p:txBody>
        </p:sp>
      </p:grpSp>
      <p:pic>
        <p:nvPicPr>
          <p:cNvPr id="49" name="Graphic 48" descr="Close with solid fill">
            <a:extLst>
              <a:ext uri="{FF2B5EF4-FFF2-40B4-BE49-F238E27FC236}">
                <a16:creationId xmlns:a16="http://schemas.microsoft.com/office/drawing/2014/main" id="{737CAFF5-949D-BF06-CB3B-AC21D5949F6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78604" y="5109109"/>
            <a:ext cx="331100" cy="331100"/>
          </a:xfrm>
          <a:prstGeom prst="rect">
            <a:avLst/>
          </a:prstGeom>
        </p:spPr>
      </p:pic>
      <p:pic>
        <p:nvPicPr>
          <p:cNvPr id="50" name="Graphic 49" descr="Checkmark with solid fill">
            <a:extLst>
              <a:ext uri="{FF2B5EF4-FFF2-40B4-BE49-F238E27FC236}">
                <a16:creationId xmlns:a16="http://schemas.microsoft.com/office/drawing/2014/main" id="{51ABF777-AC1A-2E95-FA28-D176CA71A8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39894" y="5085889"/>
            <a:ext cx="331100" cy="331100"/>
          </a:xfrm>
          <a:prstGeom prst="rect">
            <a:avLst/>
          </a:prstGeom>
        </p:spPr>
      </p:pic>
      <p:pic>
        <p:nvPicPr>
          <p:cNvPr id="51" name="Graphic 50" descr="Checkmark with solid fill">
            <a:extLst>
              <a:ext uri="{FF2B5EF4-FFF2-40B4-BE49-F238E27FC236}">
                <a16:creationId xmlns:a16="http://schemas.microsoft.com/office/drawing/2014/main" id="{27789AD3-2CE5-C66C-6874-502D5A45AA3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157270" y="5104942"/>
            <a:ext cx="331100" cy="331100"/>
          </a:xfrm>
          <a:prstGeom prst="rect">
            <a:avLst/>
          </a:prstGeom>
        </p:spPr>
      </p:pic>
      <p:pic>
        <p:nvPicPr>
          <p:cNvPr id="52" name="Graphic 51" descr="Close with solid fill">
            <a:extLst>
              <a:ext uri="{FF2B5EF4-FFF2-40B4-BE49-F238E27FC236}">
                <a16:creationId xmlns:a16="http://schemas.microsoft.com/office/drawing/2014/main" id="{41C9F9B1-6CF1-A323-F79D-595B7935877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77542" y="2883544"/>
            <a:ext cx="331100" cy="331100"/>
          </a:xfrm>
          <a:prstGeom prst="rect">
            <a:avLst/>
          </a:prstGeom>
        </p:spPr>
      </p:pic>
      <p:pic>
        <p:nvPicPr>
          <p:cNvPr id="53" name="Graphic 52" descr="Close with solid fill">
            <a:extLst>
              <a:ext uri="{FF2B5EF4-FFF2-40B4-BE49-F238E27FC236}">
                <a16:creationId xmlns:a16="http://schemas.microsoft.com/office/drawing/2014/main" id="{1A50B75F-6A14-D1B8-1D67-8B2CC53E007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57270" y="2887072"/>
            <a:ext cx="331100" cy="331100"/>
          </a:xfrm>
          <a:prstGeom prst="rect">
            <a:avLst/>
          </a:prstGeom>
        </p:spPr>
      </p:pic>
    </p:spTree>
    <p:extLst>
      <p:ext uri="{BB962C8B-B14F-4D97-AF65-F5344CB8AC3E}">
        <p14:creationId xmlns:p14="http://schemas.microsoft.com/office/powerpoint/2010/main" val="239652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44A17-AAAA-DDAB-29DF-520F39BF352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DC8ECED-A683-5668-5B49-3D0166A7FA97}"/>
              </a:ext>
            </a:extLst>
          </p:cNvPr>
          <p:cNvPicPr>
            <a:picLocks noChangeAspect="1"/>
          </p:cNvPicPr>
          <p:nvPr/>
        </p:nvPicPr>
        <p:blipFill>
          <a:blip r:embed="rId2"/>
          <a:stretch>
            <a:fillRect/>
          </a:stretch>
        </p:blipFill>
        <p:spPr>
          <a:xfrm>
            <a:off x="170404" y="238008"/>
            <a:ext cx="1981200" cy="828675"/>
          </a:xfrm>
          <a:prstGeom prst="rect">
            <a:avLst/>
          </a:prstGeom>
        </p:spPr>
      </p:pic>
      <p:sp>
        <p:nvSpPr>
          <p:cNvPr id="9" name="TextBox 8">
            <a:extLst>
              <a:ext uri="{FF2B5EF4-FFF2-40B4-BE49-F238E27FC236}">
                <a16:creationId xmlns:a16="http://schemas.microsoft.com/office/drawing/2014/main" id="{5C5B57E4-18BA-AB31-31DC-AC7F463A2ACE}"/>
              </a:ext>
            </a:extLst>
          </p:cNvPr>
          <p:cNvSpPr txBox="1"/>
          <p:nvPr/>
        </p:nvSpPr>
        <p:spPr>
          <a:xfrm>
            <a:off x="2392370" y="507195"/>
            <a:ext cx="6096000" cy="646331"/>
          </a:xfrm>
          <a:prstGeom prst="rect">
            <a:avLst/>
          </a:prstGeom>
          <a:noFill/>
        </p:spPr>
        <p:txBody>
          <a:bodyPr wrap="square">
            <a:spAutoFit/>
          </a:bodyPr>
          <a:lstStyle/>
          <a:p>
            <a:pPr algn="ctr"/>
            <a:r>
              <a:rPr lang="es-CR" sz="3600" b="1" dirty="0"/>
              <a:t>WhatsApp Business API </a:t>
            </a:r>
          </a:p>
        </p:txBody>
      </p:sp>
      <p:pic>
        <p:nvPicPr>
          <p:cNvPr id="1032" name="Picture 8" descr="whatsapp icon">
            <a:extLst>
              <a:ext uri="{FF2B5EF4-FFF2-40B4-BE49-F238E27FC236}">
                <a16:creationId xmlns:a16="http://schemas.microsoft.com/office/drawing/2014/main" id="{0DAA370F-4C1F-F99A-3CC5-A396BBA681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4872" y="205974"/>
            <a:ext cx="892742" cy="8927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6B5F5FE5-7BF5-86B1-855D-7CFA64A3FC26}"/>
              </a:ext>
            </a:extLst>
          </p:cNvPr>
          <p:cNvGraphicFramePr>
            <a:graphicFrameLocks noGrp="1"/>
          </p:cNvGraphicFramePr>
          <p:nvPr>
            <p:extLst>
              <p:ext uri="{D42A27DB-BD31-4B8C-83A1-F6EECF244321}">
                <p14:modId xmlns:p14="http://schemas.microsoft.com/office/powerpoint/2010/main" val="4007424246"/>
              </p:ext>
            </p:extLst>
          </p:nvPr>
        </p:nvGraphicFramePr>
        <p:xfrm>
          <a:off x="170404" y="1596044"/>
          <a:ext cx="11805465" cy="3937461"/>
        </p:xfrm>
        <a:graphic>
          <a:graphicData uri="http://schemas.openxmlformats.org/drawingml/2006/table">
            <a:tbl>
              <a:tblPr firstRow="1" bandRow="1">
                <a:tableStyleId>{93296810-A885-4BE3-A3E7-6D5BEEA58F35}</a:tableStyleId>
              </a:tblPr>
              <a:tblGrid>
                <a:gridCol w="1724898">
                  <a:extLst>
                    <a:ext uri="{9D8B030D-6E8A-4147-A177-3AD203B41FA5}">
                      <a16:colId xmlns:a16="http://schemas.microsoft.com/office/drawing/2014/main" val="2436400711"/>
                    </a:ext>
                  </a:extLst>
                </a:gridCol>
                <a:gridCol w="10080567">
                  <a:extLst>
                    <a:ext uri="{9D8B030D-6E8A-4147-A177-3AD203B41FA5}">
                      <a16:colId xmlns:a16="http://schemas.microsoft.com/office/drawing/2014/main" val="2113253333"/>
                    </a:ext>
                  </a:extLst>
                </a:gridCol>
              </a:tblGrid>
              <a:tr h="371301">
                <a:tc gridSpan="2">
                  <a:txBody>
                    <a:bodyPr/>
                    <a:lstStyle/>
                    <a:p>
                      <a:pPr algn="ctr"/>
                      <a:r>
                        <a:rPr lang="es-CR" sz="1600" noProof="0" dirty="0"/>
                        <a:t>Descripción de los diferentes </a:t>
                      </a:r>
                      <a:r>
                        <a:rPr lang="es-CR" sz="1600" noProof="0" dirty="0" err="1"/>
                        <a:t>Templates</a:t>
                      </a:r>
                      <a:r>
                        <a:rPr lang="es-CR" sz="1600" noProof="0" dirty="0"/>
                        <a:t> (Plantilla) del WhatsApp Business API</a:t>
                      </a:r>
                    </a:p>
                  </a:txBody>
                  <a:tcPr/>
                </a:tc>
                <a:tc hMerge="1">
                  <a:txBody>
                    <a:bodyPr/>
                    <a:lstStyle/>
                    <a:p>
                      <a:endParaRPr lang="es-CR" sz="1600" dirty="0"/>
                    </a:p>
                  </a:txBody>
                  <a:tcPr/>
                </a:tc>
                <a:extLst>
                  <a:ext uri="{0D108BD9-81ED-4DB2-BD59-A6C34878D82A}">
                    <a16:rowId xmlns:a16="http://schemas.microsoft.com/office/drawing/2014/main" val="2238573098"/>
                  </a:ext>
                </a:extLst>
              </a:tr>
              <a:tr h="370840">
                <a:tc>
                  <a:txBody>
                    <a:bodyPr/>
                    <a:lstStyle/>
                    <a:p>
                      <a:pPr algn="ctr"/>
                      <a:r>
                        <a:rPr lang="es-CR" sz="1600" b="1" noProof="0" dirty="0"/>
                        <a:t>Marketing</a:t>
                      </a:r>
                    </a:p>
                  </a:txBody>
                  <a:tcPr/>
                </a:tc>
                <a:tc>
                  <a:txBody>
                    <a:bodyPr/>
                    <a:lstStyle/>
                    <a:p>
                      <a:pPr algn="just"/>
                      <a:r>
                        <a:rPr lang="es-CR" sz="1400" noProof="0" dirty="0"/>
                        <a:t>Los mensajes de marketing pueden ayudar a las empresas a alcanzar una amplia gama de objetivos, desde generar reconocimiento </a:t>
                      </a:r>
                      <a:r>
                        <a:rPr lang="es-CR" sz="1400" b="1" noProof="0" dirty="0"/>
                        <a:t>hasta impulsar las ventas y hacer </a:t>
                      </a:r>
                      <a:r>
                        <a:rPr lang="es-CR" sz="1400" b="1" noProof="0" dirty="0" err="1"/>
                        <a:t>retargeting</a:t>
                      </a:r>
                      <a:r>
                        <a:rPr lang="es-CR" sz="1400" b="1" noProof="0" dirty="0"/>
                        <a:t> de los clientes</a:t>
                      </a:r>
                      <a:r>
                        <a:rPr lang="es-CR" sz="1400" noProof="0" dirty="0"/>
                        <a:t>. Estos mensajes </a:t>
                      </a:r>
                      <a:r>
                        <a:rPr lang="es-CR" sz="1400" b="1" noProof="0" dirty="0"/>
                        <a:t>pueden incluir ofertas y promociones</a:t>
                      </a:r>
                      <a:r>
                        <a:rPr lang="es-CR" sz="1400" noProof="0" dirty="0"/>
                        <a:t>, sugerencias de productos relacionados, recordatorios de carritos abandonados y más.</a:t>
                      </a:r>
                    </a:p>
                    <a:p>
                      <a:pPr algn="just"/>
                      <a:endParaRPr lang="es-CR" sz="1400" noProof="0" dirty="0"/>
                    </a:p>
                  </a:txBody>
                  <a:tcPr/>
                </a:tc>
                <a:extLst>
                  <a:ext uri="{0D108BD9-81ED-4DB2-BD59-A6C34878D82A}">
                    <a16:rowId xmlns:a16="http://schemas.microsoft.com/office/drawing/2014/main" val="4111943502"/>
                  </a:ext>
                </a:extLst>
              </a:tr>
              <a:tr h="370840">
                <a:tc>
                  <a:txBody>
                    <a:bodyPr/>
                    <a:lstStyle/>
                    <a:p>
                      <a:pPr algn="ctr"/>
                      <a:r>
                        <a:rPr lang="es-CR" sz="1600" b="1" noProof="0" dirty="0"/>
                        <a:t>Utilidad</a:t>
                      </a:r>
                    </a:p>
                  </a:txBody>
                  <a:tcPr/>
                </a:tc>
                <a:tc>
                  <a:txBody>
                    <a:bodyPr/>
                    <a:lstStyle/>
                    <a:p>
                      <a:pPr algn="just"/>
                      <a:r>
                        <a:rPr lang="es-CR" sz="1400" noProof="0" dirty="0"/>
                        <a:t>Los mensajes de utilidad suelen </a:t>
                      </a:r>
                      <a:r>
                        <a:rPr lang="es-CR" sz="1400" b="1" noProof="0" dirty="0"/>
                        <a:t>activarse por una acción del usuario</a:t>
                      </a:r>
                      <a:r>
                        <a:rPr lang="es-CR" sz="1400" noProof="0" dirty="0"/>
                        <a:t>, como hacer un pedido o realizar un pago. Estos mensajes no son promocionales y son específicos para un usuario o solicitados por este (</a:t>
                      </a:r>
                      <a:r>
                        <a:rPr lang="es-CR" sz="1400" b="1" noProof="0" dirty="0"/>
                        <a:t>como una actualización de entrega de paquete</a:t>
                      </a:r>
                      <a:r>
                        <a:rPr lang="es-CR" sz="1400" noProof="0" dirty="0"/>
                        <a:t>) o son mensajes críticos para el usuario (como una alerta de tornado).</a:t>
                      </a:r>
                    </a:p>
                    <a:p>
                      <a:pPr algn="just"/>
                      <a:endParaRPr lang="es-CR" sz="1400" noProof="0" dirty="0"/>
                    </a:p>
                  </a:txBody>
                  <a:tcPr/>
                </a:tc>
                <a:extLst>
                  <a:ext uri="{0D108BD9-81ED-4DB2-BD59-A6C34878D82A}">
                    <a16:rowId xmlns:a16="http://schemas.microsoft.com/office/drawing/2014/main" val="4083549070"/>
                  </a:ext>
                </a:extLst>
              </a:tr>
              <a:tr h="370840">
                <a:tc>
                  <a:txBody>
                    <a:bodyPr/>
                    <a:lstStyle/>
                    <a:p>
                      <a:pPr algn="ctr"/>
                      <a:r>
                        <a:rPr lang="es-CR" sz="1600" b="1" noProof="0" dirty="0"/>
                        <a:t>Autenticación</a:t>
                      </a:r>
                    </a:p>
                  </a:txBody>
                  <a:tcPr/>
                </a:tc>
                <a:tc>
                  <a:txBody>
                    <a:bodyPr/>
                    <a:lstStyle/>
                    <a:p>
                      <a:pPr algn="just"/>
                      <a:r>
                        <a:rPr lang="es-CR" sz="1400" noProof="0" dirty="0"/>
                        <a:t>Los mensajes de autenticación permiten a las empresas usar </a:t>
                      </a:r>
                      <a:r>
                        <a:rPr lang="es-CR" sz="1400" b="1" noProof="0" dirty="0"/>
                        <a:t>contraseñas de un solo uso (OTP)</a:t>
                      </a:r>
                      <a:r>
                        <a:rPr lang="es-CR" sz="1400" noProof="0" dirty="0"/>
                        <a:t> para verificar la identidad, incluso en varias etapas del recorrido del usuario. Asegura un inicio de sesión o transacciones exitosos con OTP en WhatsApp.</a:t>
                      </a:r>
                    </a:p>
                    <a:p>
                      <a:pPr algn="just"/>
                      <a:endParaRPr lang="es-CR" sz="1400" noProof="0" dirty="0"/>
                    </a:p>
                  </a:txBody>
                  <a:tcPr/>
                </a:tc>
                <a:extLst>
                  <a:ext uri="{0D108BD9-81ED-4DB2-BD59-A6C34878D82A}">
                    <a16:rowId xmlns:a16="http://schemas.microsoft.com/office/drawing/2014/main" val="773240645"/>
                  </a:ext>
                </a:extLst>
              </a:tr>
              <a:tr h="370840">
                <a:tc>
                  <a:txBody>
                    <a:bodyPr/>
                    <a:lstStyle/>
                    <a:p>
                      <a:pPr algn="ctr"/>
                      <a:r>
                        <a:rPr lang="es-CR" sz="1600" b="1" noProof="0" dirty="0"/>
                        <a:t>Servicio</a:t>
                      </a:r>
                    </a:p>
                  </a:txBody>
                  <a:tcPr/>
                </a:tc>
                <a:tc>
                  <a:txBody>
                    <a:bodyPr/>
                    <a:lstStyle/>
                    <a:p>
                      <a:pPr algn="just"/>
                      <a:r>
                        <a:rPr lang="es-CR" sz="1400" noProof="0" dirty="0"/>
                        <a:t>Estos mensajes permiten a las empresas administrar las </a:t>
                      </a:r>
                      <a:r>
                        <a:rPr lang="es-CR" sz="1400" b="1" noProof="0" dirty="0"/>
                        <a:t>consultas que reciben de los clientes</a:t>
                      </a:r>
                      <a:r>
                        <a:rPr lang="es-CR" sz="1400" noProof="0" dirty="0"/>
                        <a:t>, ya sea </a:t>
                      </a:r>
                      <a:r>
                        <a:rPr lang="es-CR" sz="1400" b="0" noProof="0" dirty="0"/>
                        <a:t>a través de un </a:t>
                      </a:r>
                      <a:r>
                        <a:rPr lang="es-CR" sz="1400" b="1" noProof="0" dirty="0"/>
                        <a:t>agente o de un </a:t>
                      </a:r>
                      <a:r>
                        <a:rPr lang="es-CR" sz="1400" b="1" noProof="0" dirty="0" err="1"/>
                        <a:t>bot</a:t>
                      </a:r>
                      <a:r>
                        <a:rPr lang="es-CR" sz="1400" b="1" noProof="0" dirty="0"/>
                        <a:t> con inteligencia artificial conversacional</a:t>
                      </a:r>
                      <a:r>
                        <a:rPr lang="es-CR" sz="1400" noProof="0" dirty="0"/>
                        <a:t>. Cuando los usuarios escriben a una empresa, se abre una ventana de atención al cliente de 24 horas durante la cual la empresa puede responder con mensajes. Esta ventana se reinicia con cada mensaje del usuario.</a:t>
                      </a:r>
                    </a:p>
                    <a:p>
                      <a:pPr algn="just"/>
                      <a:endParaRPr lang="es-CR" sz="1400" noProof="0" dirty="0"/>
                    </a:p>
                  </a:txBody>
                  <a:tcPr/>
                </a:tc>
                <a:extLst>
                  <a:ext uri="{0D108BD9-81ED-4DB2-BD59-A6C34878D82A}">
                    <a16:rowId xmlns:a16="http://schemas.microsoft.com/office/drawing/2014/main" val="3244497613"/>
                  </a:ext>
                </a:extLst>
              </a:tr>
            </a:tbl>
          </a:graphicData>
        </a:graphic>
      </p:graphicFrame>
      <p:sp>
        <p:nvSpPr>
          <p:cNvPr id="3" name="TextBox 2">
            <a:extLst>
              <a:ext uri="{FF2B5EF4-FFF2-40B4-BE49-F238E27FC236}">
                <a16:creationId xmlns:a16="http://schemas.microsoft.com/office/drawing/2014/main" id="{67953875-0FFD-9C5F-849A-F0E50D908A91}"/>
              </a:ext>
            </a:extLst>
          </p:cNvPr>
          <p:cNvSpPr txBox="1"/>
          <p:nvPr/>
        </p:nvSpPr>
        <p:spPr>
          <a:xfrm>
            <a:off x="210589" y="6062866"/>
            <a:ext cx="8115299" cy="307777"/>
          </a:xfrm>
          <a:prstGeom prst="rect">
            <a:avLst/>
          </a:prstGeom>
          <a:noFill/>
        </p:spPr>
        <p:txBody>
          <a:bodyPr wrap="none" rtlCol="0">
            <a:spAutoFit/>
          </a:bodyPr>
          <a:lstStyle/>
          <a:p>
            <a:r>
              <a:rPr lang="es-CR" sz="1400" dirty="0"/>
              <a:t>* META establece un precio diferente según del país de donde es el número y el tipo de </a:t>
            </a:r>
            <a:r>
              <a:rPr lang="es-CR" sz="1400" dirty="0" err="1"/>
              <a:t>template</a:t>
            </a:r>
            <a:r>
              <a:rPr lang="es-CR" sz="1400" dirty="0"/>
              <a:t> (plantilla)</a:t>
            </a:r>
          </a:p>
        </p:txBody>
      </p:sp>
    </p:spTree>
    <p:extLst>
      <p:ext uri="{BB962C8B-B14F-4D97-AF65-F5344CB8AC3E}">
        <p14:creationId xmlns:p14="http://schemas.microsoft.com/office/powerpoint/2010/main" val="1634968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9600" y="1825625"/>
            <a:ext cx="11354400" cy="4351338"/>
          </a:xfrm>
        </p:spPr>
        <p:txBody>
          <a:bodyPr>
            <a:normAutofit fontScale="92500" lnSpcReduction="10000"/>
          </a:bodyPr>
          <a:lstStyle/>
          <a:p>
            <a:r>
              <a:rPr lang="es-CR" dirty="0"/>
              <a:t>Conexión con un único proveedor</a:t>
            </a:r>
          </a:p>
          <a:p>
            <a:r>
              <a:rPr lang="es-CR" dirty="0"/>
              <a:t>Alta capacidad de envíos (WhatsApp y SMS)</a:t>
            </a:r>
          </a:p>
          <a:p>
            <a:r>
              <a:rPr lang="es-CR" dirty="0"/>
              <a:t>En Costa Rica</a:t>
            </a:r>
          </a:p>
          <a:p>
            <a:pPr lvl="1"/>
            <a:r>
              <a:rPr lang="es-CR" dirty="0"/>
              <a:t>numeraciones de 8 dígitos para enviar y recibir de cualquier operador</a:t>
            </a:r>
          </a:p>
          <a:p>
            <a:pPr lvl="1"/>
            <a:r>
              <a:rPr lang="es-CR" dirty="0"/>
              <a:t>Opción dé número exclusivo para envío y recepción </a:t>
            </a:r>
          </a:p>
          <a:p>
            <a:pPr lvl="1"/>
            <a:r>
              <a:rPr lang="es-CR" u="sng" dirty="0"/>
              <a:t>Ruta crítica para servicios de SINPE móvil</a:t>
            </a:r>
          </a:p>
          <a:p>
            <a:r>
              <a:rPr lang="es-CR" dirty="0" err="1"/>
              <a:t>API’s</a:t>
            </a:r>
            <a:r>
              <a:rPr lang="es-CR" dirty="0"/>
              <a:t> de conexión</a:t>
            </a:r>
          </a:p>
          <a:p>
            <a:r>
              <a:rPr lang="es-CR" dirty="0" err="1"/>
              <a:t>Multi-cuentas</a:t>
            </a:r>
            <a:r>
              <a:rPr lang="es-CR" dirty="0"/>
              <a:t> y </a:t>
            </a:r>
            <a:r>
              <a:rPr lang="es-CR" dirty="0" err="1"/>
              <a:t>Sub-cuentas</a:t>
            </a:r>
            <a:endParaRPr lang="es-CR" dirty="0"/>
          </a:p>
          <a:p>
            <a:r>
              <a:rPr lang="es-CR" dirty="0"/>
              <a:t>VPN</a:t>
            </a:r>
          </a:p>
          <a:p>
            <a:r>
              <a:rPr lang="es-CR" dirty="0"/>
              <a:t>Asistencia 24/7</a:t>
            </a:r>
          </a:p>
        </p:txBody>
      </p:sp>
      <p:pic>
        <p:nvPicPr>
          <p:cNvPr id="6" name="Picture 5"/>
          <p:cNvPicPr>
            <a:picLocks noChangeAspect="1"/>
          </p:cNvPicPr>
          <p:nvPr/>
        </p:nvPicPr>
        <p:blipFill>
          <a:blip r:embed="rId2"/>
          <a:stretch>
            <a:fillRect/>
          </a:stretch>
        </p:blipFill>
        <p:spPr>
          <a:xfrm>
            <a:off x="165411" y="249160"/>
            <a:ext cx="1981200" cy="828675"/>
          </a:xfrm>
          <a:prstGeom prst="rect">
            <a:avLst/>
          </a:prstGeom>
        </p:spPr>
      </p:pic>
      <p:sp>
        <p:nvSpPr>
          <p:cNvPr id="2" name="TextBox 1">
            <a:extLst>
              <a:ext uri="{FF2B5EF4-FFF2-40B4-BE49-F238E27FC236}">
                <a16:creationId xmlns:a16="http://schemas.microsoft.com/office/drawing/2014/main" id="{0B8825FD-C2A2-9144-8147-A4709D080388}"/>
              </a:ext>
            </a:extLst>
          </p:cNvPr>
          <p:cNvSpPr txBox="1"/>
          <p:nvPr/>
        </p:nvSpPr>
        <p:spPr>
          <a:xfrm>
            <a:off x="2146611" y="613177"/>
            <a:ext cx="7129221" cy="646331"/>
          </a:xfrm>
          <a:prstGeom prst="rect">
            <a:avLst/>
          </a:prstGeom>
          <a:noFill/>
        </p:spPr>
        <p:txBody>
          <a:bodyPr wrap="square">
            <a:spAutoFit/>
          </a:bodyPr>
          <a:lstStyle/>
          <a:p>
            <a:pPr algn="ctr"/>
            <a:r>
              <a:rPr lang="es-CR" sz="3600" b="1" dirty="0"/>
              <a:t>Ventajas de la solución</a:t>
            </a:r>
          </a:p>
        </p:txBody>
      </p:sp>
    </p:spTree>
    <p:extLst>
      <p:ext uri="{BB962C8B-B14F-4D97-AF65-F5344CB8AC3E}">
        <p14:creationId xmlns:p14="http://schemas.microsoft.com/office/powerpoint/2010/main" val="2038962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69248" y="3429000"/>
            <a:ext cx="5725151" cy="719867"/>
          </a:xfrm>
        </p:spPr>
        <p:txBody>
          <a:bodyPr>
            <a:noAutofit/>
          </a:bodyPr>
          <a:lstStyle/>
          <a:p>
            <a:pPr marL="0" indent="0">
              <a:buNone/>
            </a:pPr>
            <a:r>
              <a:rPr lang="es-CR" sz="6000" dirty="0"/>
              <a:t>¡Muchas Gracias!</a:t>
            </a:r>
          </a:p>
        </p:txBody>
      </p:sp>
      <p:pic>
        <p:nvPicPr>
          <p:cNvPr id="5" name="Picture 4"/>
          <p:cNvPicPr>
            <a:picLocks noChangeAspect="1"/>
          </p:cNvPicPr>
          <p:nvPr/>
        </p:nvPicPr>
        <p:blipFill>
          <a:blip r:embed="rId2"/>
          <a:stretch>
            <a:fillRect/>
          </a:stretch>
        </p:blipFill>
        <p:spPr>
          <a:xfrm>
            <a:off x="210015" y="231256"/>
            <a:ext cx="1981200" cy="828675"/>
          </a:xfrm>
          <a:prstGeom prst="rect">
            <a:avLst/>
          </a:prstGeom>
        </p:spPr>
      </p:pic>
    </p:spTree>
    <p:extLst>
      <p:ext uri="{BB962C8B-B14F-4D97-AF65-F5344CB8AC3E}">
        <p14:creationId xmlns:p14="http://schemas.microsoft.com/office/powerpoint/2010/main" val="23480468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1633</TotalTime>
  <Words>638</Words>
  <Application>Microsoft Office PowerPoint</Application>
  <PresentationFormat>Widescreen</PresentationFormat>
  <Paragraphs>80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Carlos F. Moreno</dc:creator>
  <cp:lastModifiedBy>Gerencia</cp:lastModifiedBy>
  <cp:revision>59</cp:revision>
  <dcterms:created xsi:type="dcterms:W3CDTF">2017-08-12T04:04:50Z</dcterms:created>
  <dcterms:modified xsi:type="dcterms:W3CDTF">2026-07-16T19:20:15Z</dcterms:modified>
  <cp:contentStatus/>
</cp:coreProperties>
</file>